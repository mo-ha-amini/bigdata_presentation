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handoutMasterIdLst>
    <p:handoutMasterId r:id="rId50"/>
  </p:handoutMasterIdLst>
  <p:sldIdLst>
    <p:sldId id="1406" r:id="rId2"/>
    <p:sldId id="256" r:id="rId3"/>
    <p:sldId id="1423" r:id="rId4"/>
    <p:sldId id="1424" r:id="rId5"/>
    <p:sldId id="1426" r:id="rId6"/>
    <p:sldId id="1428" r:id="rId7"/>
    <p:sldId id="1427" r:id="rId8"/>
    <p:sldId id="1429" r:id="rId9"/>
    <p:sldId id="1431" r:id="rId10"/>
    <p:sldId id="1432" r:id="rId11"/>
    <p:sldId id="1433" r:id="rId12"/>
    <p:sldId id="1437" r:id="rId13"/>
    <p:sldId id="1439" r:id="rId14"/>
    <p:sldId id="1440" r:id="rId15"/>
    <p:sldId id="1441" r:id="rId16"/>
    <p:sldId id="1442" r:id="rId17"/>
    <p:sldId id="1443" r:id="rId18"/>
    <p:sldId id="1444" r:id="rId19"/>
    <p:sldId id="1445" r:id="rId20"/>
    <p:sldId id="1446" r:id="rId21"/>
    <p:sldId id="1447" r:id="rId22"/>
    <p:sldId id="1448" r:id="rId23"/>
    <p:sldId id="1449" r:id="rId24"/>
    <p:sldId id="1450" r:id="rId25"/>
    <p:sldId id="1451" r:id="rId26"/>
    <p:sldId id="1452" r:id="rId27"/>
    <p:sldId id="1456" r:id="rId28"/>
    <p:sldId id="1453" r:id="rId29"/>
    <p:sldId id="1454" r:id="rId30"/>
    <p:sldId id="1421" r:id="rId31"/>
    <p:sldId id="1425" r:id="rId32"/>
    <p:sldId id="270" r:id="rId33"/>
    <p:sldId id="271" r:id="rId34"/>
    <p:sldId id="277" r:id="rId35"/>
    <p:sldId id="273" r:id="rId36"/>
    <p:sldId id="258" r:id="rId37"/>
    <p:sldId id="1408" r:id="rId38"/>
    <p:sldId id="1409" r:id="rId39"/>
    <p:sldId id="1410" r:id="rId40"/>
    <p:sldId id="1412" r:id="rId41"/>
    <p:sldId id="1413" r:id="rId42"/>
    <p:sldId id="1414" r:id="rId43"/>
    <p:sldId id="1416" r:id="rId44"/>
    <p:sldId id="1415" r:id="rId45"/>
    <p:sldId id="1418" r:id="rId46"/>
    <p:sldId id="1419" r:id="rId47"/>
    <p:sldId id="260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8BF6683-D413-405F-B0C6-444786962297}">
          <p14:sldIdLst>
            <p14:sldId id="1406"/>
            <p14:sldId id="256"/>
            <p14:sldId id="1423"/>
            <p14:sldId id="1424"/>
            <p14:sldId id="1426"/>
            <p14:sldId id="1428"/>
            <p14:sldId id="1427"/>
            <p14:sldId id="1429"/>
            <p14:sldId id="1431"/>
            <p14:sldId id="1432"/>
            <p14:sldId id="1433"/>
            <p14:sldId id="1437"/>
            <p14:sldId id="1439"/>
            <p14:sldId id="1440"/>
            <p14:sldId id="1441"/>
            <p14:sldId id="1442"/>
            <p14:sldId id="1443"/>
            <p14:sldId id="1444"/>
            <p14:sldId id="1445"/>
            <p14:sldId id="1446"/>
            <p14:sldId id="1447"/>
            <p14:sldId id="1448"/>
            <p14:sldId id="1449"/>
            <p14:sldId id="1450"/>
            <p14:sldId id="1451"/>
            <p14:sldId id="1452"/>
            <p14:sldId id="1456"/>
            <p14:sldId id="1453"/>
            <p14:sldId id="1454"/>
            <p14:sldId id="1421"/>
            <p14:sldId id="1425"/>
            <p14:sldId id="270"/>
            <p14:sldId id="271"/>
            <p14:sldId id="277"/>
            <p14:sldId id="273"/>
            <p14:sldId id="258"/>
            <p14:sldId id="1408"/>
            <p14:sldId id="1409"/>
            <p14:sldId id="1410"/>
            <p14:sldId id="1412"/>
            <p14:sldId id="1413"/>
            <p14:sldId id="1414"/>
            <p14:sldId id="1416"/>
            <p14:sldId id="1415"/>
            <p14:sldId id="1418"/>
            <p14:sldId id="141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A9FF"/>
    <a:srgbClr val="003964"/>
    <a:srgbClr val="24497D"/>
    <a:srgbClr val="1EA0D4"/>
    <a:srgbClr val="55AFB3"/>
    <a:srgbClr val="1176A2"/>
    <a:srgbClr val="3494BA"/>
    <a:srgbClr val="C6E2E4"/>
    <a:srgbClr val="E5F2F3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50" autoAdjust="0"/>
    <p:restoredTop sz="94162" autoAdjust="0"/>
  </p:normalViewPr>
  <p:slideViewPr>
    <p:cSldViewPr snapToGrid="0">
      <p:cViewPr varScale="1">
        <p:scale>
          <a:sx n="71" d="100"/>
          <a:sy n="71" d="100"/>
        </p:scale>
        <p:origin x="85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4942"/>
    </p:cViewPr>
  </p:sorterViewPr>
  <p:notesViewPr>
    <p:cSldViewPr snapToGrid="0">
      <p:cViewPr varScale="1">
        <p:scale>
          <a:sx n="61" d="100"/>
          <a:sy n="61" d="100"/>
        </p:scale>
        <p:origin x="215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530CCC0-0DE1-46DA-B614-20088A879FA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93582E-C1E7-46A3-A77A-A80E8B496CE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3E4D1D-56E4-42BF-91DD-80ED6123BAA9}" type="datetimeFigureOut">
              <a:rPr lang="en-GB" smtClean="0"/>
              <a:t>24/12/2023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86C6A9-2302-4D9D-9552-FE5F16C8F6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92CB29-6E50-4447-B73B-539B71B4CB0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FDF07A-EDFA-4673-9AFF-453369FE33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34077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68148C-5D9B-4461-9935-416C25A268FB}" type="datetimeFigureOut">
              <a:rPr lang="en-GB" smtClean="0"/>
              <a:t>24/12/2023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FAE155-04B5-4FED-9C53-F9358282B5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2708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AE155-04B5-4FED-9C53-F9358282B552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0661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AE155-04B5-4FED-9C53-F9358282B552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20064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ar-S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سبک‌های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Imperative</a:t>
            </a:r>
            <a:r>
              <a:rPr lang="fa-I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 (دستوری) </a:t>
            </a:r>
            <a:r>
              <a:rPr lang="ar-S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برنامه‌نویسی برخی از قدیمی‌ترین سبک‌های برنامه‌نویسی هستند</a:t>
            </a:r>
            <a:r>
              <a:rPr lang="fa-I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 و هنوز هم محبوب هستند. در این سبک ها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Procedures</a:t>
            </a:r>
            <a:r>
              <a:rPr lang="fa-I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 ها به صورت ترتیبی اجرا می شوند و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state </a:t>
            </a:r>
            <a:r>
              <a:rPr lang="en-US" sz="1800" dirty="0">
                <a:effectLst/>
                <a:latin typeface="Nazanin" panose="00000400000000000000" pitchFamily="2" charset="-78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fa-IR" sz="1800" dirty="0">
                <a:effectLst/>
                <a:latin typeface="Nazanin" panose="00000400000000000000" pitchFamily="2" charset="-78"/>
                <a:ea typeface="Calibri" panose="020F0502020204030204" pitchFamily="34" charset="0"/>
                <a:cs typeface="Arial" panose="020B0604020202020204" pitchFamily="34" charset="0"/>
              </a:rPr>
              <a:t>برنامه را تغییر می دهد.</a:t>
            </a:r>
          </a:p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fa-I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ar-S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اپلیکیشن ها در دهه های 1980 و 1990 به برنامه های توزیع شده تبدیل شدند. رویکردهایی مانند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Corba</a:t>
            </a:r>
            <a:r>
              <a:rPr lang="ar-S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  و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EJB (Enterprise JavaBeans)</a:t>
            </a:r>
            <a:r>
              <a:rPr lang="ar-S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 و برنامه‌نویسی به صورت توزیع‌شده را در دسترس‌تر و آسان تر کردند. اما خب بدلیل مشلاتب مثل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tight coupling </a:t>
            </a:r>
            <a:r>
              <a:rPr lang="fa-I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 و اینکه برنامه نویس باید شبکه را طراحی می کرد از بین رفتند.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a-I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 </a:t>
            </a:r>
          </a:p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ar-OM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فناوری های</a:t>
            </a:r>
            <a:r>
              <a:rPr lang="fa-I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ی </a:t>
            </a:r>
            <a:r>
              <a:rPr lang="ar-OM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مانند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gRPC</a:t>
            </a:r>
            <a:r>
              <a:rPr lang="en-US" sz="1800" dirty="0">
                <a:effectLst/>
                <a:latin typeface="Nazanin" panose="00000400000000000000" pitchFamily="2" charset="-78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 </a:t>
            </a:r>
            <a:r>
              <a:rPr lang="ar-OM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و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Finagle </a:t>
            </a:r>
            <a:r>
              <a:rPr lang="fa-I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، آسنکرون </a:t>
            </a:r>
            <a:r>
              <a:rPr lang="ar-OM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را به سبک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request-driven </a:t>
            </a:r>
            <a:r>
              <a:rPr lang="en-US" sz="1800" dirty="0">
                <a:effectLst/>
                <a:latin typeface="Nazanin" panose="00000400000000000000" pitchFamily="2" charset="-78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ar-OM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اضافه </a:t>
            </a:r>
            <a:r>
              <a:rPr lang="fa-I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کردند. اما این روش ها برای  برنامه نویسی توزیع شده زیاد مناسب و سازگار نبودند.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a-I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برای برنامه نویسی به صورت توزیع شده به ویژه برای سرویس ها دو سبک مناسب </a:t>
            </a:r>
            <a:r>
              <a:rPr lang="ar-S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،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dataflow</a:t>
            </a:r>
            <a:r>
              <a:rPr lang="en-US" sz="1800" dirty="0">
                <a:effectLst/>
                <a:latin typeface="Nazanin" panose="00000400000000000000" pitchFamily="2" charset="-78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ar-SA" sz="1800" dirty="0">
                <a:effectLst/>
                <a:latin typeface="Nazanin" panose="00000400000000000000" pitchFamily="2" charset="-78"/>
                <a:ea typeface="Calibri" panose="020F0502020204030204" pitchFamily="34" charset="0"/>
                <a:cs typeface="Arial" panose="020B0604020202020204" pitchFamily="34" charset="0"/>
              </a:rPr>
              <a:t>و سبک های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functional</a:t>
            </a:r>
            <a:r>
              <a:rPr lang="ar-S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 هستند.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a-I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سبک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dataflow </a:t>
            </a:r>
            <a:r>
              <a:rPr lang="fa-I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 به این صورت است که یاک پایپ لاین داریم یک فرایند در یک زمان پردازش می شود و به فرایند دیگر پایپ لاین می رویم. مانند یک باین مونتاژ در کارخانه </a:t>
            </a:r>
            <a:r>
              <a:rPr lang="ar-S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که هر کارگر وظیفه خاصی را انجام می دهد، و محصولات در تسمه نقاله حرکت می کنند. هیچ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state hidden </a:t>
            </a:r>
            <a:r>
              <a:rPr lang="fa-I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 وجود ندارد. بسیار شبیه به استریم یا جریان است. پس کافگا مانند یک پایپ لاین است و پردازنده های استریم عملیاتی را بر روی ایونت ها انجام می دهند.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ar-S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در برنامه نویسی نیز مانند سبک جریان داده، وضعیت ها از تابعی به تابع دیگر می روند و تکامل می یابد.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AE155-04B5-4FED-9C53-F9358282B552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31149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AE155-04B5-4FED-9C53-F9358282B552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5129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AE155-04B5-4FED-9C53-F9358282B552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8692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AE155-04B5-4FED-9C53-F9358282B552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59305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AE155-04B5-4FED-9C53-F9358282B552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6762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AE155-04B5-4FED-9C53-F9358282B552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62326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AE155-04B5-4FED-9C53-F9358282B552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64957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AE155-04B5-4FED-9C53-F9358282B552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03445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AE155-04B5-4FED-9C53-F9358282B552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73243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ar-S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سبک‌های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Imperative</a:t>
            </a:r>
            <a:r>
              <a:rPr lang="fa-I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 (دستوری) </a:t>
            </a:r>
            <a:r>
              <a:rPr lang="ar-S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برنامه‌نویسی برخی از قدیمی‌ترین سبک‌های برنامه‌نویسی هستند</a:t>
            </a:r>
            <a:r>
              <a:rPr lang="fa-I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 و هنوز هم محبوب هستند. در این سبک ها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Procedures</a:t>
            </a:r>
            <a:r>
              <a:rPr lang="fa-I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 ها به صورت ترتیبی اجرا می شوند و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state </a:t>
            </a:r>
            <a:r>
              <a:rPr lang="en-US" sz="1800" dirty="0">
                <a:effectLst/>
                <a:latin typeface="Nazanin" panose="00000400000000000000" pitchFamily="2" charset="-78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fa-IR" sz="1800" dirty="0">
                <a:effectLst/>
                <a:latin typeface="Nazanin" panose="00000400000000000000" pitchFamily="2" charset="-78"/>
                <a:ea typeface="Calibri" panose="020F0502020204030204" pitchFamily="34" charset="0"/>
                <a:cs typeface="Arial" panose="020B0604020202020204" pitchFamily="34" charset="0"/>
              </a:rPr>
              <a:t>برنامه را تغییر می دهد.</a:t>
            </a:r>
          </a:p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fa-I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ar-S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اپلیکیشن ها در دهه های 1980 و 1990 به برنامه های توزیع شده تبدیل شدند. رویکردهایی مانند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Corba</a:t>
            </a:r>
            <a:r>
              <a:rPr lang="ar-S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  و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EJB (Enterprise JavaBeans)</a:t>
            </a:r>
            <a:r>
              <a:rPr lang="ar-S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 و برنامه‌نویسی به صورت توزیع‌شده را در دسترس‌تر و آسان تر کردند. اما خب بدلیل مشلاتب مثل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tight coupling </a:t>
            </a:r>
            <a:r>
              <a:rPr lang="fa-I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 و اینکه برنامه نویس باید شبکه را طراحی می کرد از بین رفتند.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a-I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 </a:t>
            </a:r>
          </a:p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ar-OM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فناوری های</a:t>
            </a:r>
            <a:r>
              <a:rPr lang="fa-I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ی </a:t>
            </a:r>
            <a:r>
              <a:rPr lang="ar-OM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مانند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gRPC</a:t>
            </a:r>
            <a:r>
              <a:rPr lang="en-US" sz="1800" dirty="0">
                <a:effectLst/>
                <a:latin typeface="Nazanin" panose="00000400000000000000" pitchFamily="2" charset="-78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 </a:t>
            </a:r>
            <a:r>
              <a:rPr lang="ar-OM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و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Finagle </a:t>
            </a:r>
            <a:r>
              <a:rPr lang="fa-I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، آسنکرون </a:t>
            </a:r>
            <a:r>
              <a:rPr lang="ar-OM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را به سبک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request-driven </a:t>
            </a:r>
            <a:r>
              <a:rPr lang="en-US" sz="1800" dirty="0">
                <a:effectLst/>
                <a:latin typeface="Nazanin" panose="00000400000000000000" pitchFamily="2" charset="-78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ar-OM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اضافه </a:t>
            </a:r>
            <a:r>
              <a:rPr lang="fa-I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کردند. اما این روش ها برای  برنامه نویسی توزیع شده زیاد مناسب و سازگار نبودند.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a-I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برای برنامه نویسی به صورت توزیع شده به ویژه برای سرویس ها دو سبک مناسب </a:t>
            </a:r>
            <a:r>
              <a:rPr lang="ar-S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،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dataflow</a:t>
            </a:r>
            <a:r>
              <a:rPr lang="en-US" sz="1800" dirty="0">
                <a:effectLst/>
                <a:latin typeface="Nazanin" panose="00000400000000000000" pitchFamily="2" charset="-78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ar-SA" sz="1800" dirty="0">
                <a:effectLst/>
                <a:latin typeface="Nazanin" panose="00000400000000000000" pitchFamily="2" charset="-78"/>
                <a:ea typeface="Calibri" panose="020F0502020204030204" pitchFamily="34" charset="0"/>
                <a:cs typeface="Arial" panose="020B0604020202020204" pitchFamily="34" charset="0"/>
              </a:rPr>
              <a:t>و سبک های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functional</a:t>
            </a:r>
            <a:r>
              <a:rPr lang="ar-S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 هستند.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a-I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سبک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dataflow </a:t>
            </a:r>
            <a:r>
              <a:rPr lang="fa-I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 به این صورت است که یاک پایپ لاین داریم یک فرایند در یک زمان پردازش می شود و به فرایند دیگر پایپ لاین می رویم. مانند یک باین مونتاژ در کارخانه </a:t>
            </a:r>
            <a:r>
              <a:rPr lang="ar-S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که هر کارگر وظیفه خاصی را انجام می دهد، و محصولات در تسمه نقاله حرکت می کنند. هیچ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state hidden </a:t>
            </a:r>
            <a:r>
              <a:rPr lang="fa-I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 وجود ندارد. بسیار شبیه به استریم یا جریان است. پس کافگا مانند یک پایپ لاین است و پردازنده های استریم عملیاتی را بر روی ایونت ها انجام می دهند.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ar-S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در برنامه نویسی نیز مانند سبک جریان داده، وضعیت ها از تابعی به تابع دیگر می روند و تکامل می یابد.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AE155-04B5-4FED-9C53-F9358282B552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51289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AE155-04B5-4FED-9C53-F9358282B552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31687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AE155-04B5-4FED-9C53-F9358282B552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73881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AE155-04B5-4FED-9C53-F9358282B552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143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AE155-04B5-4FED-9C53-F9358282B552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20897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ar-S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سبک‌های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Imperative</a:t>
            </a:r>
            <a:r>
              <a:rPr lang="fa-I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 (دستوری) </a:t>
            </a:r>
            <a:r>
              <a:rPr lang="ar-S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برنامه‌نویسی برخی از قدیمی‌ترین سبک‌های برنامه‌نویسی هستند</a:t>
            </a:r>
            <a:r>
              <a:rPr lang="fa-I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 و هنوز هم محبوب هستند. در این سبک ها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Procedures</a:t>
            </a:r>
            <a:r>
              <a:rPr lang="fa-I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 ها به صورت ترتیبی اجرا می شوند و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state </a:t>
            </a:r>
            <a:r>
              <a:rPr lang="en-US" sz="1800" dirty="0">
                <a:effectLst/>
                <a:latin typeface="Nazanin" panose="00000400000000000000" pitchFamily="2" charset="-78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fa-IR" sz="1800" dirty="0">
                <a:effectLst/>
                <a:latin typeface="Nazanin" panose="00000400000000000000" pitchFamily="2" charset="-78"/>
                <a:ea typeface="Calibri" panose="020F0502020204030204" pitchFamily="34" charset="0"/>
                <a:cs typeface="Arial" panose="020B0604020202020204" pitchFamily="34" charset="0"/>
              </a:rPr>
              <a:t>برنامه را تغییر می دهد.</a:t>
            </a:r>
          </a:p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fa-I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ar-S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اپلیکیشن ها در دهه های 1980 و 1990 به برنامه های توزیع شده تبدیل شدند. رویکردهایی مانند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Corba</a:t>
            </a:r>
            <a:r>
              <a:rPr lang="ar-S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  و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EJB (Enterprise JavaBeans)</a:t>
            </a:r>
            <a:r>
              <a:rPr lang="ar-S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 و برنامه‌نویسی به صورت توزیع‌شده را در دسترس‌تر و آسان تر کردند. اما خب بدلیل مشلاتب مثل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tight coupling </a:t>
            </a:r>
            <a:r>
              <a:rPr lang="fa-I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 و اینکه برنامه نویس باید شبکه را طراحی می کرد از بین رفتند.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a-I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 </a:t>
            </a:r>
          </a:p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ar-OM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فناوری های</a:t>
            </a:r>
            <a:r>
              <a:rPr lang="fa-I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ی </a:t>
            </a:r>
            <a:r>
              <a:rPr lang="ar-OM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مانند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gRPC</a:t>
            </a:r>
            <a:r>
              <a:rPr lang="en-US" sz="1800" dirty="0">
                <a:effectLst/>
                <a:latin typeface="Nazanin" panose="00000400000000000000" pitchFamily="2" charset="-78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 </a:t>
            </a:r>
            <a:r>
              <a:rPr lang="ar-OM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و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Finagle </a:t>
            </a:r>
            <a:r>
              <a:rPr lang="fa-I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، آسنکرون </a:t>
            </a:r>
            <a:r>
              <a:rPr lang="ar-OM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را به سبک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request-driven </a:t>
            </a:r>
            <a:r>
              <a:rPr lang="en-US" sz="1800" dirty="0">
                <a:effectLst/>
                <a:latin typeface="Nazanin" panose="00000400000000000000" pitchFamily="2" charset="-78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ar-OM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اضافه </a:t>
            </a:r>
            <a:r>
              <a:rPr lang="fa-I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کردند. اما این روش ها برای  برنامه نویسی توزیع شده زیاد مناسب و سازگار نبودند.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a-I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برای برنامه نویسی به صورت توزیع شده به ویژه برای سرویس ها دو سبک مناسب </a:t>
            </a:r>
            <a:r>
              <a:rPr lang="ar-S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،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dataflow</a:t>
            </a:r>
            <a:r>
              <a:rPr lang="en-US" sz="1800" dirty="0">
                <a:effectLst/>
                <a:latin typeface="Nazanin" panose="00000400000000000000" pitchFamily="2" charset="-78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ar-SA" sz="1800" dirty="0">
                <a:effectLst/>
                <a:latin typeface="Nazanin" panose="00000400000000000000" pitchFamily="2" charset="-78"/>
                <a:ea typeface="Calibri" panose="020F0502020204030204" pitchFamily="34" charset="0"/>
                <a:cs typeface="Arial" panose="020B0604020202020204" pitchFamily="34" charset="0"/>
              </a:rPr>
              <a:t>و سبک های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functional</a:t>
            </a:r>
            <a:r>
              <a:rPr lang="ar-S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 هستند.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a-I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سبک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dataflow </a:t>
            </a:r>
            <a:r>
              <a:rPr lang="fa-I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 به این صورت است که یاک پایپ لاین داریم یک فرایند در یک زمان پردازش می شود و به فرایند دیگر پایپ لاین می رویم. مانند یک باین مونتاژ در کارخانه </a:t>
            </a:r>
            <a:r>
              <a:rPr lang="ar-S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که هر کارگر وظیفه خاصی را انجام می دهد، و محصولات در تسمه نقاله حرکت می کنند. هیچ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state hidden </a:t>
            </a:r>
            <a:r>
              <a:rPr lang="fa-I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 وجود ندارد. بسیار شبیه به استریم یا جریان است. پس کافگا مانند یک پایپ لاین است و پردازنده های استریم عملیاتی را بر روی ایونت ها انجام می دهند.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ar-S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در برنامه نویسی نیز مانند سبک جریان داده، وضعیت ها از تابعی به تابع دیگر می روند و تکامل می یابد.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AE155-04B5-4FED-9C53-F9358282B552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47713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a-I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مزایای سبک های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Dataflow</a:t>
            </a:r>
            <a:r>
              <a:rPr lang="fa-I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 و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Functional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fa-I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استریم ها ذاتا قابلیت موازی سازی دارند و مجموعه داده ها را کش میکنند و </a:t>
            </a:r>
            <a:r>
              <a:rPr lang="ar-S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به روز نگه می دارند</a:t>
            </a:r>
            <a:r>
              <a:rPr lang="fa-I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marR="0" algn="just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ar-S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برای سیستم هایی که داده ها و کدها از هم جدا شده اند، به ویژه پردازش داده ها و رابط های گرافیکی مناسب باشد. 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fa-I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استریم ها برای در دسترس بودن در زمان اجرا طراحی شدند در نتیجه </a:t>
            </a:r>
            <a:r>
              <a:rPr lang="ar-S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انعطاف‌پذیرتر هستند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fa-I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تابع های استریمی راحت تر از تابع های معمولی پیاده سازی می شوند و تاثیرات جانبی ندارند چون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Stateful</a:t>
            </a:r>
            <a:r>
              <a:rPr lang="en-US" sz="1800" dirty="0">
                <a:effectLst/>
                <a:latin typeface="Nazanin" panose="00000400000000000000" pitchFamily="2" charset="-78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fa-I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fa-I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 برای ساخت سیستم ها استریمی از زبان های برنامه نویسی و پایگاه داده های مختلف می توان استفاده کرد: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polyglot culture</a:t>
            </a:r>
          </a:p>
          <a:p>
            <a:pPr marL="342900" marR="0" lvl="0" indent="-342900" algn="just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ar-S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برنامه ها در سطح بالاتری از انتزاع نوشته می شوند و آنها را قابل درک تر می کند.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AE155-04B5-4FED-9C53-F9358282B552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24941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AE155-04B5-4FED-9C53-F9358282B552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9004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2F6F7F1-0E86-4360-96EB-D3111239E957}"/>
              </a:ext>
            </a:extLst>
          </p:cNvPr>
          <p:cNvSpPr/>
          <p:nvPr userDrawn="1"/>
        </p:nvSpPr>
        <p:spPr>
          <a:xfrm>
            <a:off x="5534973" y="0"/>
            <a:ext cx="6758626" cy="6419534"/>
          </a:xfrm>
          <a:custGeom>
            <a:avLst/>
            <a:gdLst>
              <a:gd name="connsiteX0" fmla="*/ 956802 w 6758626"/>
              <a:gd name="connsiteY0" fmla="*/ -1090 h 6419534"/>
              <a:gd name="connsiteX1" fmla="*/ -249 w 6758626"/>
              <a:gd name="connsiteY1" fmla="*/ 2547271 h 6419534"/>
              <a:gd name="connsiteX2" fmla="*/ 3871029 w 6758626"/>
              <a:gd name="connsiteY2" fmla="*/ 6418442 h 6419534"/>
              <a:gd name="connsiteX3" fmla="*/ 6758374 w 6758626"/>
              <a:gd name="connsiteY3" fmla="*/ 5125795 h 6419534"/>
              <a:gd name="connsiteX4" fmla="*/ 6758374 w 6758626"/>
              <a:gd name="connsiteY4" fmla="*/ -1090 h 6419534"/>
              <a:gd name="connsiteX5" fmla="*/ 3369802 w 6758626"/>
              <a:gd name="connsiteY5" fmla="*/ 6014159 h 6419534"/>
              <a:gd name="connsiteX6" fmla="*/ 743230 w 6758626"/>
              <a:gd name="connsiteY6" fmla="*/ 3387587 h 6419534"/>
              <a:gd name="connsiteX7" fmla="*/ 3369697 w 6758626"/>
              <a:gd name="connsiteY7" fmla="*/ 760910 h 6419534"/>
              <a:gd name="connsiteX8" fmla="*/ 5996374 w 6758626"/>
              <a:gd name="connsiteY8" fmla="*/ 3387587 h 6419534"/>
              <a:gd name="connsiteX9" fmla="*/ 3369697 w 6758626"/>
              <a:gd name="connsiteY9" fmla="*/ 6014159 h 6419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758626" h="6419534">
                <a:moveTo>
                  <a:pt x="956802" y="-1090"/>
                </a:moveTo>
                <a:cubicBezTo>
                  <a:pt x="338587" y="703760"/>
                  <a:pt x="-1646" y="1609693"/>
                  <a:pt x="-249" y="2547271"/>
                </a:cubicBezTo>
                <a:cubicBezTo>
                  <a:pt x="-249" y="4685105"/>
                  <a:pt x="1732983" y="6418442"/>
                  <a:pt x="3871029" y="6418442"/>
                </a:cubicBezTo>
                <a:cubicBezTo>
                  <a:pt x="4973918" y="6419712"/>
                  <a:pt x="6024738" y="5949283"/>
                  <a:pt x="6758374" y="5125795"/>
                </a:cubicBezTo>
                <a:lnTo>
                  <a:pt x="6758374" y="-1090"/>
                </a:lnTo>
                <a:close/>
                <a:moveTo>
                  <a:pt x="3369802" y="6014159"/>
                </a:moveTo>
                <a:cubicBezTo>
                  <a:pt x="1919145" y="6014159"/>
                  <a:pt x="743230" y="4838139"/>
                  <a:pt x="743230" y="3387587"/>
                </a:cubicBezTo>
                <a:cubicBezTo>
                  <a:pt x="743230" y="1937036"/>
                  <a:pt x="1919039" y="760910"/>
                  <a:pt x="3369697" y="760910"/>
                </a:cubicBezTo>
                <a:cubicBezTo>
                  <a:pt x="4820354" y="760910"/>
                  <a:pt x="5996374" y="1936930"/>
                  <a:pt x="5996374" y="3387587"/>
                </a:cubicBezTo>
                <a:cubicBezTo>
                  <a:pt x="5996374" y="4838245"/>
                  <a:pt x="4820354" y="6014159"/>
                  <a:pt x="3369697" y="6014159"/>
                </a:cubicBezTo>
                <a:close/>
              </a:path>
            </a:pathLst>
          </a:custGeom>
          <a:solidFill>
            <a:srgbClr val="1176A2"/>
          </a:solidFill>
          <a:ln w="10583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E74F6B2-27A4-43D5-B1B8-D095B76D5CD6}"/>
              </a:ext>
            </a:extLst>
          </p:cNvPr>
          <p:cNvSpPr/>
          <p:nvPr userDrawn="1"/>
        </p:nvSpPr>
        <p:spPr>
          <a:xfrm>
            <a:off x="6197600" y="680720"/>
            <a:ext cx="5508000" cy="5508000"/>
          </a:xfrm>
          <a:custGeom>
            <a:avLst/>
            <a:gdLst>
              <a:gd name="connsiteX0" fmla="*/ 2666747 w 5334000"/>
              <a:gd name="connsiteY0" fmla="*/ -342 h 5334000"/>
              <a:gd name="connsiteX1" fmla="*/ -253 w 5334000"/>
              <a:gd name="connsiteY1" fmla="*/ 2666658 h 5334000"/>
              <a:gd name="connsiteX2" fmla="*/ 2666747 w 5334000"/>
              <a:gd name="connsiteY2" fmla="*/ 5333658 h 5334000"/>
              <a:gd name="connsiteX3" fmla="*/ 5333747 w 5334000"/>
              <a:gd name="connsiteY3" fmla="*/ 2666658 h 5334000"/>
              <a:gd name="connsiteX4" fmla="*/ 2666747 w 5334000"/>
              <a:gd name="connsiteY4" fmla="*/ -342 h 5334000"/>
              <a:gd name="connsiteX5" fmla="*/ 2666747 w 5334000"/>
              <a:gd name="connsiteY5" fmla="*/ 4965041 h 5334000"/>
              <a:gd name="connsiteX6" fmla="*/ 368788 w 5334000"/>
              <a:gd name="connsiteY6" fmla="*/ 2667187 h 5334000"/>
              <a:gd name="connsiteX7" fmla="*/ 2666747 w 5334000"/>
              <a:gd name="connsiteY7" fmla="*/ 368805 h 5334000"/>
              <a:gd name="connsiteX8" fmla="*/ 4964812 w 5334000"/>
              <a:gd name="connsiteY8" fmla="*/ 2666658 h 5334000"/>
              <a:gd name="connsiteX9" fmla="*/ 2666747 w 5334000"/>
              <a:gd name="connsiteY9" fmla="*/ 4964512 h 533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334000" h="5334000">
                <a:moveTo>
                  <a:pt x="2666747" y="-342"/>
                </a:moveTo>
                <a:cubicBezTo>
                  <a:pt x="1193759" y="-342"/>
                  <a:pt x="-253" y="1193458"/>
                  <a:pt x="-253" y="2666658"/>
                </a:cubicBezTo>
                <a:cubicBezTo>
                  <a:pt x="-253" y="4139858"/>
                  <a:pt x="1194076" y="5333658"/>
                  <a:pt x="2666747" y="5333658"/>
                </a:cubicBezTo>
                <a:cubicBezTo>
                  <a:pt x="4139418" y="5333658"/>
                  <a:pt x="5333747" y="4139329"/>
                  <a:pt x="5333747" y="2666658"/>
                </a:cubicBezTo>
                <a:cubicBezTo>
                  <a:pt x="5333747" y="1193987"/>
                  <a:pt x="4140158" y="-342"/>
                  <a:pt x="2666747" y="-342"/>
                </a:cubicBezTo>
                <a:close/>
                <a:moveTo>
                  <a:pt x="2666747" y="4965041"/>
                </a:moveTo>
                <a:cubicBezTo>
                  <a:pt x="1397594" y="4965041"/>
                  <a:pt x="368788" y="3936235"/>
                  <a:pt x="368788" y="2667187"/>
                </a:cubicBezTo>
                <a:cubicBezTo>
                  <a:pt x="368788" y="1398140"/>
                  <a:pt x="1397805" y="368805"/>
                  <a:pt x="2666747" y="368805"/>
                </a:cubicBezTo>
                <a:cubicBezTo>
                  <a:pt x="3935689" y="368805"/>
                  <a:pt x="4964812" y="1397611"/>
                  <a:pt x="4964812" y="2666658"/>
                </a:cubicBezTo>
                <a:cubicBezTo>
                  <a:pt x="4964812" y="3935705"/>
                  <a:pt x="3936007" y="4964512"/>
                  <a:pt x="2666747" y="4964512"/>
                </a:cubicBezTo>
                <a:close/>
              </a:path>
            </a:pathLst>
          </a:custGeom>
          <a:gradFill flip="none" rotWithShape="1">
            <a:gsLst>
              <a:gs pos="0">
                <a:srgbClr val="4472C4"/>
              </a:gs>
              <a:gs pos="15000">
                <a:srgbClr val="55AFB3"/>
              </a:gs>
              <a:gs pos="100000">
                <a:srgbClr val="4472C4"/>
              </a:gs>
            </a:gsLst>
            <a:lin ang="8100000" scaled="1"/>
            <a:tileRect/>
          </a:gradFill>
          <a:ln w="10583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71D3DE7-660A-4581-92BF-FA897FC07A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65440" y="1042840"/>
            <a:ext cx="4824000" cy="4824000"/>
          </a:xfrm>
          <a:prstGeom prst="ellipse">
            <a:avLst/>
          </a:prstGeom>
        </p:spPr>
        <p:txBody>
          <a:bodyPr/>
          <a:lstStyle/>
          <a:p>
            <a:endParaRPr lang="en-GB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7A3C2B0-57F4-46DE-B6BE-13956FD72CDF}"/>
              </a:ext>
            </a:extLst>
          </p:cNvPr>
          <p:cNvGrpSpPr/>
          <p:nvPr userDrawn="1"/>
        </p:nvGrpSpPr>
        <p:grpSpPr>
          <a:xfrm flipH="1">
            <a:off x="-18196" y="6715444"/>
            <a:ext cx="12210196" cy="182880"/>
            <a:chOff x="0" y="5148617"/>
            <a:chExt cx="9157647" cy="604483"/>
          </a:xfrm>
        </p:grpSpPr>
        <p:sp>
          <p:nvSpPr>
            <p:cNvPr id="21" name="Rectangle 7">
              <a:extLst>
                <a:ext uri="{FF2B5EF4-FFF2-40B4-BE49-F238E27FC236}">
                  <a16:creationId xmlns:a16="http://schemas.microsoft.com/office/drawing/2014/main" id="{DF5CC493-04D9-489D-BC71-3B4D2365B04F}"/>
                </a:ext>
              </a:extLst>
            </p:cNvPr>
            <p:cNvSpPr/>
            <p:nvPr userDrawn="1"/>
          </p:nvSpPr>
          <p:spPr>
            <a:xfrm>
              <a:off x="4495800" y="5148617"/>
              <a:ext cx="4661847" cy="604483"/>
            </a:xfrm>
            <a:custGeom>
              <a:avLst/>
              <a:gdLst>
                <a:gd name="connsiteX0" fmla="*/ 0 w 4571999"/>
                <a:gd name="connsiteY0" fmla="*/ 0 h 495296"/>
                <a:gd name="connsiteX1" fmla="*/ 4571999 w 4571999"/>
                <a:gd name="connsiteY1" fmla="*/ 0 h 495296"/>
                <a:gd name="connsiteX2" fmla="*/ 4571999 w 4571999"/>
                <a:gd name="connsiteY2" fmla="*/ 495296 h 495296"/>
                <a:gd name="connsiteX3" fmla="*/ 0 w 4571999"/>
                <a:gd name="connsiteY3" fmla="*/ 495296 h 495296"/>
                <a:gd name="connsiteX4" fmla="*/ 0 w 4571999"/>
                <a:gd name="connsiteY4" fmla="*/ 0 h 495296"/>
                <a:gd name="connsiteX0" fmla="*/ 272955 w 4571999"/>
                <a:gd name="connsiteY0" fmla="*/ 0 h 590831"/>
                <a:gd name="connsiteX1" fmla="*/ 4571999 w 4571999"/>
                <a:gd name="connsiteY1" fmla="*/ 95535 h 590831"/>
                <a:gd name="connsiteX2" fmla="*/ 4571999 w 4571999"/>
                <a:gd name="connsiteY2" fmla="*/ 590831 h 590831"/>
                <a:gd name="connsiteX3" fmla="*/ 0 w 4571999"/>
                <a:gd name="connsiteY3" fmla="*/ 590831 h 590831"/>
                <a:gd name="connsiteX4" fmla="*/ 272955 w 4571999"/>
                <a:gd name="connsiteY4" fmla="*/ 0 h 590831"/>
                <a:gd name="connsiteX0" fmla="*/ 272955 w 4585647"/>
                <a:gd name="connsiteY0" fmla="*/ 13647 h 604478"/>
                <a:gd name="connsiteX1" fmla="*/ 4585647 w 4585647"/>
                <a:gd name="connsiteY1" fmla="*/ 0 h 604478"/>
                <a:gd name="connsiteX2" fmla="*/ 4571999 w 4585647"/>
                <a:gd name="connsiteY2" fmla="*/ 604478 h 604478"/>
                <a:gd name="connsiteX3" fmla="*/ 0 w 4585647"/>
                <a:gd name="connsiteY3" fmla="*/ 604478 h 604478"/>
                <a:gd name="connsiteX4" fmla="*/ 272955 w 4585647"/>
                <a:gd name="connsiteY4" fmla="*/ 13647 h 604478"/>
                <a:gd name="connsiteX0" fmla="*/ 272955 w 4585647"/>
                <a:gd name="connsiteY0" fmla="*/ 13647 h 604478"/>
                <a:gd name="connsiteX1" fmla="*/ 4585647 w 4585647"/>
                <a:gd name="connsiteY1" fmla="*/ 0 h 604478"/>
                <a:gd name="connsiteX2" fmla="*/ 4583035 w 4585647"/>
                <a:gd name="connsiteY2" fmla="*/ 587648 h 604478"/>
                <a:gd name="connsiteX3" fmla="*/ 0 w 4585647"/>
                <a:gd name="connsiteY3" fmla="*/ 604478 h 604478"/>
                <a:gd name="connsiteX4" fmla="*/ 272955 w 4585647"/>
                <a:gd name="connsiteY4" fmla="*/ 13647 h 604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85647" h="604478">
                  <a:moveTo>
                    <a:pt x="272955" y="13647"/>
                  </a:moveTo>
                  <a:lnTo>
                    <a:pt x="4585647" y="0"/>
                  </a:lnTo>
                  <a:cubicBezTo>
                    <a:pt x="4584776" y="195883"/>
                    <a:pt x="4583906" y="391765"/>
                    <a:pt x="4583035" y="587648"/>
                  </a:cubicBezTo>
                  <a:lnTo>
                    <a:pt x="0" y="604478"/>
                  </a:lnTo>
                  <a:lnTo>
                    <a:pt x="272955" y="13647"/>
                  </a:lnTo>
                  <a:close/>
                </a:path>
              </a:pathLst>
            </a:custGeom>
            <a:solidFill>
              <a:srgbClr val="55BCF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sz="2160">
                <a:latin typeface="Arial" panose="020B0604020202020204" pitchFamily="34" charset="0"/>
              </a:endParaRPr>
            </a:p>
          </p:txBody>
        </p:sp>
        <p:sp>
          <p:nvSpPr>
            <p:cNvPr id="22" name="Rectangle 8">
              <a:extLst>
                <a:ext uri="{FF2B5EF4-FFF2-40B4-BE49-F238E27FC236}">
                  <a16:creationId xmlns:a16="http://schemas.microsoft.com/office/drawing/2014/main" id="{6C7174F3-350F-4DF0-9F14-344A05C91119}"/>
                </a:ext>
              </a:extLst>
            </p:cNvPr>
            <p:cNvSpPr/>
            <p:nvPr userDrawn="1"/>
          </p:nvSpPr>
          <p:spPr>
            <a:xfrm>
              <a:off x="0" y="5162264"/>
              <a:ext cx="4851779" cy="590836"/>
            </a:xfrm>
            <a:custGeom>
              <a:avLst/>
              <a:gdLst>
                <a:gd name="connsiteX0" fmla="*/ 0 w 4572000"/>
                <a:gd name="connsiteY0" fmla="*/ 0 h 604483"/>
                <a:gd name="connsiteX1" fmla="*/ 4572000 w 4572000"/>
                <a:gd name="connsiteY1" fmla="*/ 0 h 604483"/>
                <a:gd name="connsiteX2" fmla="*/ 4572000 w 4572000"/>
                <a:gd name="connsiteY2" fmla="*/ 604483 h 604483"/>
                <a:gd name="connsiteX3" fmla="*/ 0 w 4572000"/>
                <a:gd name="connsiteY3" fmla="*/ 604483 h 604483"/>
                <a:gd name="connsiteX4" fmla="*/ 0 w 4572000"/>
                <a:gd name="connsiteY4" fmla="*/ 0 h 604483"/>
                <a:gd name="connsiteX0" fmla="*/ 0 w 4872251"/>
                <a:gd name="connsiteY0" fmla="*/ 27295 h 631778"/>
                <a:gd name="connsiteX1" fmla="*/ 4872251 w 4872251"/>
                <a:gd name="connsiteY1" fmla="*/ 0 h 631778"/>
                <a:gd name="connsiteX2" fmla="*/ 4572000 w 4872251"/>
                <a:gd name="connsiteY2" fmla="*/ 631778 h 631778"/>
                <a:gd name="connsiteX3" fmla="*/ 0 w 4872251"/>
                <a:gd name="connsiteY3" fmla="*/ 631778 h 631778"/>
                <a:gd name="connsiteX4" fmla="*/ 0 w 4872251"/>
                <a:gd name="connsiteY4" fmla="*/ 27295 h 631778"/>
                <a:gd name="connsiteX0" fmla="*/ 0 w 4851779"/>
                <a:gd name="connsiteY0" fmla="*/ 13032 h 617515"/>
                <a:gd name="connsiteX1" fmla="*/ 4851779 w 4851779"/>
                <a:gd name="connsiteY1" fmla="*/ 0 h 617515"/>
                <a:gd name="connsiteX2" fmla="*/ 4572000 w 4851779"/>
                <a:gd name="connsiteY2" fmla="*/ 617515 h 617515"/>
                <a:gd name="connsiteX3" fmla="*/ 0 w 4851779"/>
                <a:gd name="connsiteY3" fmla="*/ 617515 h 617515"/>
                <a:gd name="connsiteX4" fmla="*/ 0 w 4851779"/>
                <a:gd name="connsiteY4" fmla="*/ 13032 h 617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51779" h="617515">
                  <a:moveTo>
                    <a:pt x="0" y="13032"/>
                  </a:moveTo>
                  <a:lnTo>
                    <a:pt x="4851779" y="0"/>
                  </a:lnTo>
                  <a:lnTo>
                    <a:pt x="4572000" y="617515"/>
                  </a:lnTo>
                  <a:lnTo>
                    <a:pt x="0" y="617515"/>
                  </a:lnTo>
                  <a:lnTo>
                    <a:pt x="0" y="13032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sz="2160">
                <a:latin typeface="Arial" panose="020B0604020202020204" pitchFamily="34" charset="0"/>
              </a:endParaRP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E697D90-BFF0-47CC-9315-76D15FA950E8}"/>
                </a:ext>
              </a:extLst>
            </p:cNvPr>
            <p:cNvCxnSpPr>
              <a:stCxn id="21" idx="1"/>
              <a:endCxn id="22" idx="0"/>
            </p:cNvCxnSpPr>
            <p:nvPr userDrawn="1"/>
          </p:nvCxnSpPr>
          <p:spPr>
            <a:xfrm flipH="1">
              <a:off x="0" y="5148617"/>
              <a:ext cx="9157647" cy="26116"/>
            </a:xfrm>
            <a:prstGeom prst="line">
              <a:avLst/>
            </a:prstGeom>
            <a:ln w="28575">
              <a:noFill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48572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0A4A7E2-26FE-403C-B29A-D44E4D54CC6A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6858000"/>
            <a:ext cx="12191999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ED1D6767-5476-4E20-8E19-0F4E6223C95C}"/>
              </a:ext>
            </a:extLst>
          </p:cNvPr>
          <p:cNvGrpSpPr/>
          <p:nvPr userDrawn="1"/>
        </p:nvGrpSpPr>
        <p:grpSpPr>
          <a:xfrm>
            <a:off x="0" y="-10045"/>
            <a:ext cx="12210196" cy="182880"/>
            <a:chOff x="0" y="5148617"/>
            <a:chExt cx="9157647" cy="60448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5025AAA-4B55-4246-A8E4-AB0E3CA97DB8}"/>
                </a:ext>
              </a:extLst>
            </p:cNvPr>
            <p:cNvSpPr/>
            <p:nvPr userDrawn="1"/>
          </p:nvSpPr>
          <p:spPr>
            <a:xfrm>
              <a:off x="4495800" y="5148617"/>
              <a:ext cx="4661847" cy="604483"/>
            </a:xfrm>
            <a:custGeom>
              <a:avLst/>
              <a:gdLst>
                <a:gd name="connsiteX0" fmla="*/ 0 w 4571999"/>
                <a:gd name="connsiteY0" fmla="*/ 0 h 495296"/>
                <a:gd name="connsiteX1" fmla="*/ 4571999 w 4571999"/>
                <a:gd name="connsiteY1" fmla="*/ 0 h 495296"/>
                <a:gd name="connsiteX2" fmla="*/ 4571999 w 4571999"/>
                <a:gd name="connsiteY2" fmla="*/ 495296 h 495296"/>
                <a:gd name="connsiteX3" fmla="*/ 0 w 4571999"/>
                <a:gd name="connsiteY3" fmla="*/ 495296 h 495296"/>
                <a:gd name="connsiteX4" fmla="*/ 0 w 4571999"/>
                <a:gd name="connsiteY4" fmla="*/ 0 h 495296"/>
                <a:gd name="connsiteX0" fmla="*/ 272955 w 4571999"/>
                <a:gd name="connsiteY0" fmla="*/ 0 h 590831"/>
                <a:gd name="connsiteX1" fmla="*/ 4571999 w 4571999"/>
                <a:gd name="connsiteY1" fmla="*/ 95535 h 590831"/>
                <a:gd name="connsiteX2" fmla="*/ 4571999 w 4571999"/>
                <a:gd name="connsiteY2" fmla="*/ 590831 h 590831"/>
                <a:gd name="connsiteX3" fmla="*/ 0 w 4571999"/>
                <a:gd name="connsiteY3" fmla="*/ 590831 h 590831"/>
                <a:gd name="connsiteX4" fmla="*/ 272955 w 4571999"/>
                <a:gd name="connsiteY4" fmla="*/ 0 h 590831"/>
                <a:gd name="connsiteX0" fmla="*/ 272955 w 4585647"/>
                <a:gd name="connsiteY0" fmla="*/ 13647 h 604478"/>
                <a:gd name="connsiteX1" fmla="*/ 4585647 w 4585647"/>
                <a:gd name="connsiteY1" fmla="*/ 0 h 604478"/>
                <a:gd name="connsiteX2" fmla="*/ 4571999 w 4585647"/>
                <a:gd name="connsiteY2" fmla="*/ 604478 h 604478"/>
                <a:gd name="connsiteX3" fmla="*/ 0 w 4585647"/>
                <a:gd name="connsiteY3" fmla="*/ 604478 h 604478"/>
                <a:gd name="connsiteX4" fmla="*/ 272955 w 4585647"/>
                <a:gd name="connsiteY4" fmla="*/ 13647 h 604478"/>
                <a:gd name="connsiteX0" fmla="*/ 272955 w 4585647"/>
                <a:gd name="connsiteY0" fmla="*/ 13647 h 604478"/>
                <a:gd name="connsiteX1" fmla="*/ 4585647 w 4585647"/>
                <a:gd name="connsiteY1" fmla="*/ 0 h 604478"/>
                <a:gd name="connsiteX2" fmla="*/ 4583035 w 4585647"/>
                <a:gd name="connsiteY2" fmla="*/ 587648 h 604478"/>
                <a:gd name="connsiteX3" fmla="*/ 0 w 4585647"/>
                <a:gd name="connsiteY3" fmla="*/ 604478 h 604478"/>
                <a:gd name="connsiteX4" fmla="*/ 272955 w 4585647"/>
                <a:gd name="connsiteY4" fmla="*/ 13647 h 604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85647" h="604478">
                  <a:moveTo>
                    <a:pt x="272955" y="13647"/>
                  </a:moveTo>
                  <a:lnTo>
                    <a:pt x="4585647" y="0"/>
                  </a:lnTo>
                  <a:cubicBezTo>
                    <a:pt x="4584776" y="195883"/>
                    <a:pt x="4583906" y="391765"/>
                    <a:pt x="4583035" y="587648"/>
                  </a:cubicBezTo>
                  <a:lnTo>
                    <a:pt x="0" y="604478"/>
                  </a:lnTo>
                  <a:lnTo>
                    <a:pt x="272955" y="13647"/>
                  </a:lnTo>
                  <a:close/>
                </a:path>
              </a:pathLst>
            </a:custGeom>
            <a:solidFill>
              <a:srgbClr val="55BCF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sz="2160">
                <a:latin typeface="Arial" panose="020B0604020202020204" pitchFamily="34" charset="0"/>
              </a:endParaRPr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1FA3BE90-9C5F-48EB-A864-C84A6E45B32E}"/>
                </a:ext>
              </a:extLst>
            </p:cNvPr>
            <p:cNvSpPr/>
            <p:nvPr userDrawn="1"/>
          </p:nvSpPr>
          <p:spPr>
            <a:xfrm>
              <a:off x="0" y="5162264"/>
              <a:ext cx="4851779" cy="590836"/>
            </a:xfrm>
            <a:custGeom>
              <a:avLst/>
              <a:gdLst>
                <a:gd name="connsiteX0" fmla="*/ 0 w 4572000"/>
                <a:gd name="connsiteY0" fmla="*/ 0 h 604483"/>
                <a:gd name="connsiteX1" fmla="*/ 4572000 w 4572000"/>
                <a:gd name="connsiteY1" fmla="*/ 0 h 604483"/>
                <a:gd name="connsiteX2" fmla="*/ 4572000 w 4572000"/>
                <a:gd name="connsiteY2" fmla="*/ 604483 h 604483"/>
                <a:gd name="connsiteX3" fmla="*/ 0 w 4572000"/>
                <a:gd name="connsiteY3" fmla="*/ 604483 h 604483"/>
                <a:gd name="connsiteX4" fmla="*/ 0 w 4572000"/>
                <a:gd name="connsiteY4" fmla="*/ 0 h 604483"/>
                <a:gd name="connsiteX0" fmla="*/ 0 w 4872251"/>
                <a:gd name="connsiteY0" fmla="*/ 27295 h 631778"/>
                <a:gd name="connsiteX1" fmla="*/ 4872251 w 4872251"/>
                <a:gd name="connsiteY1" fmla="*/ 0 h 631778"/>
                <a:gd name="connsiteX2" fmla="*/ 4572000 w 4872251"/>
                <a:gd name="connsiteY2" fmla="*/ 631778 h 631778"/>
                <a:gd name="connsiteX3" fmla="*/ 0 w 4872251"/>
                <a:gd name="connsiteY3" fmla="*/ 631778 h 631778"/>
                <a:gd name="connsiteX4" fmla="*/ 0 w 4872251"/>
                <a:gd name="connsiteY4" fmla="*/ 27295 h 631778"/>
                <a:gd name="connsiteX0" fmla="*/ 0 w 4851779"/>
                <a:gd name="connsiteY0" fmla="*/ 13032 h 617515"/>
                <a:gd name="connsiteX1" fmla="*/ 4851779 w 4851779"/>
                <a:gd name="connsiteY1" fmla="*/ 0 h 617515"/>
                <a:gd name="connsiteX2" fmla="*/ 4572000 w 4851779"/>
                <a:gd name="connsiteY2" fmla="*/ 617515 h 617515"/>
                <a:gd name="connsiteX3" fmla="*/ 0 w 4851779"/>
                <a:gd name="connsiteY3" fmla="*/ 617515 h 617515"/>
                <a:gd name="connsiteX4" fmla="*/ 0 w 4851779"/>
                <a:gd name="connsiteY4" fmla="*/ 13032 h 617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51779" h="617515">
                  <a:moveTo>
                    <a:pt x="0" y="13032"/>
                  </a:moveTo>
                  <a:lnTo>
                    <a:pt x="4851779" y="0"/>
                  </a:lnTo>
                  <a:lnTo>
                    <a:pt x="4572000" y="617515"/>
                  </a:lnTo>
                  <a:lnTo>
                    <a:pt x="0" y="617515"/>
                  </a:lnTo>
                  <a:lnTo>
                    <a:pt x="0" y="13032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sz="2160">
                <a:latin typeface="Arial" panose="020B0604020202020204" pitchFamily="34" charset="0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8A7534B-2ECA-4128-A1C3-733B468F498D}"/>
                </a:ext>
              </a:extLst>
            </p:cNvPr>
            <p:cNvCxnSpPr>
              <a:stCxn id="8" idx="1"/>
              <a:endCxn id="10" idx="0"/>
            </p:cNvCxnSpPr>
            <p:nvPr userDrawn="1"/>
          </p:nvCxnSpPr>
          <p:spPr>
            <a:xfrm flipH="1">
              <a:off x="0" y="5148617"/>
              <a:ext cx="9157647" cy="26116"/>
            </a:xfrm>
            <a:prstGeom prst="line">
              <a:avLst/>
            </a:prstGeom>
            <a:ln w="28575">
              <a:noFill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07559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127B2DE-0DBB-4EF1-90A7-0C007C605242}"/>
              </a:ext>
            </a:extLst>
          </p:cNvPr>
          <p:cNvGrpSpPr/>
          <p:nvPr userDrawn="1"/>
        </p:nvGrpSpPr>
        <p:grpSpPr>
          <a:xfrm>
            <a:off x="0" y="-9842"/>
            <a:ext cx="12210196" cy="76517"/>
            <a:chOff x="0" y="5148617"/>
            <a:chExt cx="9157647" cy="604483"/>
          </a:xfrm>
        </p:grpSpPr>
        <p:sp>
          <p:nvSpPr>
            <p:cNvPr id="11" name="Rectangle 7">
              <a:extLst>
                <a:ext uri="{FF2B5EF4-FFF2-40B4-BE49-F238E27FC236}">
                  <a16:creationId xmlns:a16="http://schemas.microsoft.com/office/drawing/2014/main" id="{B6BB90DB-956D-4482-A0E4-E0322B7315B2}"/>
                </a:ext>
              </a:extLst>
            </p:cNvPr>
            <p:cNvSpPr/>
            <p:nvPr userDrawn="1"/>
          </p:nvSpPr>
          <p:spPr>
            <a:xfrm>
              <a:off x="4495800" y="5148617"/>
              <a:ext cx="4661847" cy="604483"/>
            </a:xfrm>
            <a:custGeom>
              <a:avLst/>
              <a:gdLst>
                <a:gd name="connsiteX0" fmla="*/ 0 w 4571999"/>
                <a:gd name="connsiteY0" fmla="*/ 0 h 495296"/>
                <a:gd name="connsiteX1" fmla="*/ 4571999 w 4571999"/>
                <a:gd name="connsiteY1" fmla="*/ 0 h 495296"/>
                <a:gd name="connsiteX2" fmla="*/ 4571999 w 4571999"/>
                <a:gd name="connsiteY2" fmla="*/ 495296 h 495296"/>
                <a:gd name="connsiteX3" fmla="*/ 0 w 4571999"/>
                <a:gd name="connsiteY3" fmla="*/ 495296 h 495296"/>
                <a:gd name="connsiteX4" fmla="*/ 0 w 4571999"/>
                <a:gd name="connsiteY4" fmla="*/ 0 h 495296"/>
                <a:gd name="connsiteX0" fmla="*/ 272955 w 4571999"/>
                <a:gd name="connsiteY0" fmla="*/ 0 h 590831"/>
                <a:gd name="connsiteX1" fmla="*/ 4571999 w 4571999"/>
                <a:gd name="connsiteY1" fmla="*/ 95535 h 590831"/>
                <a:gd name="connsiteX2" fmla="*/ 4571999 w 4571999"/>
                <a:gd name="connsiteY2" fmla="*/ 590831 h 590831"/>
                <a:gd name="connsiteX3" fmla="*/ 0 w 4571999"/>
                <a:gd name="connsiteY3" fmla="*/ 590831 h 590831"/>
                <a:gd name="connsiteX4" fmla="*/ 272955 w 4571999"/>
                <a:gd name="connsiteY4" fmla="*/ 0 h 590831"/>
                <a:gd name="connsiteX0" fmla="*/ 272955 w 4585647"/>
                <a:gd name="connsiteY0" fmla="*/ 13647 h 604478"/>
                <a:gd name="connsiteX1" fmla="*/ 4585647 w 4585647"/>
                <a:gd name="connsiteY1" fmla="*/ 0 h 604478"/>
                <a:gd name="connsiteX2" fmla="*/ 4571999 w 4585647"/>
                <a:gd name="connsiteY2" fmla="*/ 604478 h 604478"/>
                <a:gd name="connsiteX3" fmla="*/ 0 w 4585647"/>
                <a:gd name="connsiteY3" fmla="*/ 604478 h 604478"/>
                <a:gd name="connsiteX4" fmla="*/ 272955 w 4585647"/>
                <a:gd name="connsiteY4" fmla="*/ 13647 h 604478"/>
                <a:gd name="connsiteX0" fmla="*/ 272955 w 4585647"/>
                <a:gd name="connsiteY0" fmla="*/ 13647 h 604478"/>
                <a:gd name="connsiteX1" fmla="*/ 4585647 w 4585647"/>
                <a:gd name="connsiteY1" fmla="*/ 0 h 604478"/>
                <a:gd name="connsiteX2" fmla="*/ 4583035 w 4585647"/>
                <a:gd name="connsiteY2" fmla="*/ 587648 h 604478"/>
                <a:gd name="connsiteX3" fmla="*/ 0 w 4585647"/>
                <a:gd name="connsiteY3" fmla="*/ 604478 h 604478"/>
                <a:gd name="connsiteX4" fmla="*/ 272955 w 4585647"/>
                <a:gd name="connsiteY4" fmla="*/ 13647 h 604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85647" h="604478">
                  <a:moveTo>
                    <a:pt x="272955" y="13647"/>
                  </a:moveTo>
                  <a:lnTo>
                    <a:pt x="4585647" y="0"/>
                  </a:lnTo>
                  <a:cubicBezTo>
                    <a:pt x="4584776" y="195883"/>
                    <a:pt x="4583906" y="391765"/>
                    <a:pt x="4583035" y="587648"/>
                  </a:cubicBezTo>
                  <a:lnTo>
                    <a:pt x="0" y="604478"/>
                  </a:lnTo>
                  <a:lnTo>
                    <a:pt x="272955" y="13647"/>
                  </a:lnTo>
                  <a:close/>
                </a:path>
              </a:pathLst>
            </a:custGeom>
            <a:solidFill>
              <a:srgbClr val="55BCF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sz="2160">
                <a:latin typeface="Arial" panose="020B0604020202020204" pitchFamily="34" charset="0"/>
              </a:endParaRPr>
            </a:p>
          </p:txBody>
        </p:sp>
        <p:sp>
          <p:nvSpPr>
            <p:cNvPr id="12" name="Rectangle 8">
              <a:extLst>
                <a:ext uri="{FF2B5EF4-FFF2-40B4-BE49-F238E27FC236}">
                  <a16:creationId xmlns:a16="http://schemas.microsoft.com/office/drawing/2014/main" id="{9D6D6751-697F-4A1F-9B48-3BD5FA2D9F13}"/>
                </a:ext>
              </a:extLst>
            </p:cNvPr>
            <p:cNvSpPr/>
            <p:nvPr userDrawn="1"/>
          </p:nvSpPr>
          <p:spPr>
            <a:xfrm>
              <a:off x="0" y="5162264"/>
              <a:ext cx="4851779" cy="590836"/>
            </a:xfrm>
            <a:custGeom>
              <a:avLst/>
              <a:gdLst>
                <a:gd name="connsiteX0" fmla="*/ 0 w 4572000"/>
                <a:gd name="connsiteY0" fmla="*/ 0 h 604483"/>
                <a:gd name="connsiteX1" fmla="*/ 4572000 w 4572000"/>
                <a:gd name="connsiteY1" fmla="*/ 0 h 604483"/>
                <a:gd name="connsiteX2" fmla="*/ 4572000 w 4572000"/>
                <a:gd name="connsiteY2" fmla="*/ 604483 h 604483"/>
                <a:gd name="connsiteX3" fmla="*/ 0 w 4572000"/>
                <a:gd name="connsiteY3" fmla="*/ 604483 h 604483"/>
                <a:gd name="connsiteX4" fmla="*/ 0 w 4572000"/>
                <a:gd name="connsiteY4" fmla="*/ 0 h 604483"/>
                <a:gd name="connsiteX0" fmla="*/ 0 w 4872251"/>
                <a:gd name="connsiteY0" fmla="*/ 27295 h 631778"/>
                <a:gd name="connsiteX1" fmla="*/ 4872251 w 4872251"/>
                <a:gd name="connsiteY1" fmla="*/ 0 h 631778"/>
                <a:gd name="connsiteX2" fmla="*/ 4572000 w 4872251"/>
                <a:gd name="connsiteY2" fmla="*/ 631778 h 631778"/>
                <a:gd name="connsiteX3" fmla="*/ 0 w 4872251"/>
                <a:gd name="connsiteY3" fmla="*/ 631778 h 631778"/>
                <a:gd name="connsiteX4" fmla="*/ 0 w 4872251"/>
                <a:gd name="connsiteY4" fmla="*/ 27295 h 631778"/>
                <a:gd name="connsiteX0" fmla="*/ 0 w 4851779"/>
                <a:gd name="connsiteY0" fmla="*/ 13032 h 617515"/>
                <a:gd name="connsiteX1" fmla="*/ 4851779 w 4851779"/>
                <a:gd name="connsiteY1" fmla="*/ 0 h 617515"/>
                <a:gd name="connsiteX2" fmla="*/ 4572000 w 4851779"/>
                <a:gd name="connsiteY2" fmla="*/ 617515 h 617515"/>
                <a:gd name="connsiteX3" fmla="*/ 0 w 4851779"/>
                <a:gd name="connsiteY3" fmla="*/ 617515 h 617515"/>
                <a:gd name="connsiteX4" fmla="*/ 0 w 4851779"/>
                <a:gd name="connsiteY4" fmla="*/ 13032 h 617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51779" h="617515">
                  <a:moveTo>
                    <a:pt x="0" y="13032"/>
                  </a:moveTo>
                  <a:lnTo>
                    <a:pt x="4851779" y="0"/>
                  </a:lnTo>
                  <a:lnTo>
                    <a:pt x="4572000" y="617515"/>
                  </a:lnTo>
                  <a:lnTo>
                    <a:pt x="0" y="617515"/>
                  </a:lnTo>
                  <a:lnTo>
                    <a:pt x="0" y="13032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sz="2160">
                <a:latin typeface="Arial" panose="020B0604020202020204" pitchFamily="34" charset="0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D1FC4A7-5CE0-4F70-B745-A76F814FF0F4}"/>
                </a:ext>
              </a:extLst>
            </p:cNvPr>
            <p:cNvCxnSpPr>
              <a:stCxn id="11" idx="1"/>
              <a:endCxn id="12" idx="0"/>
            </p:cNvCxnSpPr>
            <p:nvPr userDrawn="1"/>
          </p:nvCxnSpPr>
          <p:spPr>
            <a:xfrm flipH="1">
              <a:off x="0" y="5148617"/>
              <a:ext cx="9157647" cy="26116"/>
            </a:xfrm>
            <a:prstGeom prst="line">
              <a:avLst/>
            </a:prstGeom>
            <a:ln w="28575">
              <a:noFill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E7B7A9EB-0BB9-4354-AB99-12BE794905D8}"/>
              </a:ext>
            </a:extLst>
          </p:cNvPr>
          <p:cNvSpPr/>
          <p:nvPr userDrawn="1"/>
        </p:nvSpPr>
        <p:spPr>
          <a:xfrm>
            <a:off x="-1214472" y="-770249"/>
            <a:ext cx="6179452" cy="6179452"/>
          </a:xfrm>
          <a:prstGeom prst="ellipse">
            <a:avLst/>
          </a:prstGeom>
          <a:gradFill flip="none" rotWithShape="1">
            <a:gsLst>
              <a:gs pos="0">
                <a:srgbClr val="4472C4"/>
              </a:gs>
              <a:gs pos="15000">
                <a:srgbClr val="55AFB3"/>
              </a:gs>
              <a:gs pos="100000">
                <a:srgbClr val="4472C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97E59D9-05BC-4C09-A528-74B444A29CF9}"/>
              </a:ext>
            </a:extLst>
          </p:cNvPr>
          <p:cNvSpPr/>
          <p:nvPr userDrawn="1"/>
        </p:nvSpPr>
        <p:spPr>
          <a:xfrm>
            <a:off x="-2074157" y="-653271"/>
            <a:ext cx="6511968" cy="6511968"/>
          </a:xfrm>
          <a:prstGeom prst="ellipse">
            <a:avLst/>
          </a:prstGeom>
          <a:gradFill>
            <a:gsLst>
              <a:gs pos="0">
                <a:srgbClr val="4472C4"/>
              </a:gs>
              <a:gs pos="15000">
                <a:srgbClr val="55AFB3"/>
              </a:gs>
              <a:gs pos="100000">
                <a:srgbClr val="4472C4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2646A9A5-A11E-2BE6-713D-27A6B9CD1BE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326262" y="-971782"/>
            <a:ext cx="5966304" cy="6130872"/>
          </a:xfrm>
          <a:custGeom>
            <a:avLst/>
            <a:gdLst>
              <a:gd name="connsiteX0" fmla="*/ 2825750 w 5651500"/>
              <a:gd name="connsiteY0" fmla="*/ 0 h 5651500"/>
              <a:gd name="connsiteX1" fmla="*/ 5651500 w 5651500"/>
              <a:gd name="connsiteY1" fmla="*/ 2825750 h 5651500"/>
              <a:gd name="connsiteX2" fmla="*/ 2825750 w 5651500"/>
              <a:gd name="connsiteY2" fmla="*/ 5651500 h 5651500"/>
              <a:gd name="connsiteX3" fmla="*/ 0 w 5651500"/>
              <a:gd name="connsiteY3" fmla="*/ 2825750 h 5651500"/>
              <a:gd name="connsiteX4" fmla="*/ 2825750 w 5651500"/>
              <a:gd name="connsiteY4" fmla="*/ 0 h 565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51500" h="5651500">
                <a:moveTo>
                  <a:pt x="2825750" y="0"/>
                </a:moveTo>
                <a:cubicBezTo>
                  <a:pt x="4386369" y="0"/>
                  <a:pt x="5651500" y="1265131"/>
                  <a:pt x="5651500" y="2825750"/>
                </a:cubicBezTo>
                <a:cubicBezTo>
                  <a:pt x="5651500" y="4386369"/>
                  <a:pt x="4386369" y="5651500"/>
                  <a:pt x="2825750" y="5651500"/>
                </a:cubicBezTo>
                <a:cubicBezTo>
                  <a:pt x="1265131" y="5651500"/>
                  <a:pt x="0" y="4386369"/>
                  <a:pt x="0" y="2825750"/>
                </a:cubicBezTo>
                <a:cubicBezTo>
                  <a:pt x="0" y="1265131"/>
                  <a:pt x="1265131" y="0"/>
                  <a:pt x="282575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9FBAC29-089A-4832-8C41-8A14BB1BD715}"/>
              </a:ext>
            </a:extLst>
          </p:cNvPr>
          <p:cNvSpPr/>
          <p:nvPr userDrawn="1"/>
        </p:nvSpPr>
        <p:spPr>
          <a:xfrm rot="2377845">
            <a:off x="72624" y="6290973"/>
            <a:ext cx="486137" cy="486137"/>
          </a:xfrm>
          <a:prstGeom prst="round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E8708B81-E46A-4A44-9BC1-92F4D28D5904}"/>
              </a:ext>
            </a:extLst>
          </p:cNvPr>
          <p:cNvSpPr txBox="1">
            <a:spLocks/>
          </p:cNvSpPr>
          <p:nvPr userDrawn="1"/>
        </p:nvSpPr>
        <p:spPr>
          <a:xfrm>
            <a:off x="-39430" y="6319456"/>
            <a:ext cx="672075" cy="365125"/>
          </a:xfrm>
          <a:prstGeom prst="rect">
            <a:avLst/>
          </a:prstGeom>
        </p:spPr>
        <p:txBody>
          <a:bodyPr vert="horz" lIns="109728" tIns="54864" rIns="109728" bIns="54864" rtlCol="0" anchor="ctr"/>
          <a:lstStyle>
            <a:defPPr>
              <a:defRPr lang="en-US"/>
            </a:defPPr>
            <a:lvl1pPr marL="0" algn="r" defTabSz="914400" rtl="0" eaLnBrk="1" latinLnBrk="0" hangingPunct="1">
              <a:defRPr sz="1400" b="1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fld id="{0E760641-5D52-4AE6-96E4-4F14284AE9FD}" type="slidenum">
              <a:rPr lang="en-US" sz="1920" b="1" smtClean="0">
                <a:solidFill>
                  <a:schemeClr val="bg1"/>
                </a:solidFill>
                <a:latin typeface="Times New Roman" pitchFamily="34" charset="-78"/>
                <a:cs typeface="Times New Roman" pitchFamily="34" charset="-78"/>
              </a:rPr>
              <a:pPr algn="ctr" rtl="1"/>
              <a:t>‹#›</a:t>
            </a:fld>
            <a:endParaRPr lang="en-US" sz="1920" b="1" dirty="0">
              <a:solidFill>
                <a:schemeClr val="bg1"/>
              </a:solidFill>
              <a:latin typeface="Times New Roman" pitchFamily="34" charset="-78"/>
              <a:cs typeface="Times New Roman" pitchFamily="34" charset="-78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BACE9D3-3FA5-4331-A141-2D9885CD2632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6858000"/>
            <a:ext cx="12191999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301782F1-169C-481D-83EC-7706F4377D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57925" y="2256422"/>
            <a:ext cx="2882096" cy="1203758"/>
          </a:xfrm>
          <a:prstGeom prst="rect">
            <a:avLst/>
          </a:prstGeom>
        </p:spPr>
        <p:txBody>
          <a:bodyPr anchor="ctr"/>
          <a:lstStyle>
            <a:lvl1pPr algn="ctr" rtl="1">
              <a:defRPr sz="3200" u="sng">
                <a:solidFill>
                  <a:srgbClr val="37A9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Homa" panose="00000400000000000000" pitchFamily="2" charset="-78"/>
              </a:defRPr>
            </a:lvl1pPr>
          </a:lstStyle>
          <a:p>
            <a:r>
              <a:rPr lang="fa-IR" dirty="0"/>
              <a:t>فصل اول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C986F61-8F73-46E6-BD5C-F3459D460D5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914540" y="3478464"/>
            <a:ext cx="3996396" cy="2220549"/>
          </a:xfrm>
          <a:prstGeom prst="rect">
            <a:avLst/>
          </a:prstGeom>
        </p:spPr>
        <p:txBody>
          <a:bodyPr anchor="t"/>
          <a:lstStyle>
            <a:lvl1pPr marL="0" indent="0" algn="ctr" rtl="1">
              <a:lnSpc>
                <a:spcPct val="120000"/>
              </a:lnSpc>
              <a:buFontTx/>
              <a:buNone/>
              <a:defRPr sz="3600">
                <a:solidFill>
                  <a:srgbClr val="4472C4"/>
                </a:solidFill>
                <a:cs typeface="B Titr" panose="00000700000000000000" pitchFamily="2" charset="-78"/>
              </a:defRPr>
            </a:lvl1pPr>
          </a:lstStyle>
          <a:p>
            <a:pPr lvl="0"/>
            <a:r>
              <a:rPr lang="fa-IR" dirty="0"/>
              <a:t>عنوان فصل را درج کنید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3715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0C8CA26-8B53-48B8-8E09-B306BED19206}"/>
              </a:ext>
            </a:extLst>
          </p:cNvPr>
          <p:cNvSpPr/>
          <p:nvPr userDrawn="1"/>
        </p:nvSpPr>
        <p:spPr>
          <a:xfrm rot="2377845">
            <a:off x="72624" y="6290973"/>
            <a:ext cx="486137" cy="486137"/>
          </a:xfrm>
          <a:prstGeom prst="round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4F14B1C3-B821-4C34-99DC-69FD45BDEEED}"/>
              </a:ext>
            </a:extLst>
          </p:cNvPr>
          <p:cNvSpPr txBox="1">
            <a:spLocks/>
          </p:cNvSpPr>
          <p:nvPr userDrawn="1"/>
        </p:nvSpPr>
        <p:spPr>
          <a:xfrm>
            <a:off x="-39430" y="6319456"/>
            <a:ext cx="672075" cy="365125"/>
          </a:xfrm>
          <a:prstGeom prst="rect">
            <a:avLst/>
          </a:prstGeom>
        </p:spPr>
        <p:txBody>
          <a:bodyPr vert="horz" lIns="109728" tIns="54864" rIns="109728" bIns="54864" rtlCol="0" anchor="ctr"/>
          <a:lstStyle>
            <a:defPPr>
              <a:defRPr lang="en-US"/>
            </a:defPPr>
            <a:lvl1pPr marL="0" algn="r" defTabSz="914400" rtl="0" eaLnBrk="1" latinLnBrk="0" hangingPunct="1">
              <a:defRPr sz="1400" b="1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fld id="{0E760641-5D52-4AE6-96E4-4F14284AE9FD}" type="slidenum">
              <a:rPr lang="en-US" sz="1920" b="1" smtClean="0">
                <a:solidFill>
                  <a:schemeClr val="bg1"/>
                </a:solidFill>
                <a:latin typeface="Times New Roman" pitchFamily="34" charset="-78"/>
                <a:cs typeface="Times New Roman" pitchFamily="34" charset="-78"/>
              </a:rPr>
              <a:pPr algn="ctr" rtl="1"/>
              <a:t>‹#›</a:t>
            </a:fld>
            <a:endParaRPr lang="en-US" sz="1920" b="1" dirty="0">
              <a:solidFill>
                <a:schemeClr val="bg1"/>
              </a:solidFill>
              <a:latin typeface="Times New Roman" pitchFamily="34" charset="-78"/>
              <a:cs typeface="Times New Roman" pitchFamily="34" charset="-78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AFB6CCB-5873-48D2-B1ED-A5D6F6C9897A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6858000"/>
            <a:ext cx="12191999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B6893C55-55EC-4C47-B983-A53696339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0640" y="995522"/>
            <a:ext cx="3180080" cy="1515781"/>
          </a:xfrm>
          <a:prstGeom prst="rect">
            <a:avLst/>
          </a:prstGeom>
        </p:spPr>
        <p:txBody>
          <a:bodyPr anchor="ctr"/>
          <a:lstStyle>
            <a:lvl1pPr marL="342900" indent="-342900" algn="ctr" rtl="1">
              <a:lnSpc>
                <a:spcPct val="150000"/>
              </a:lnSpc>
              <a:buFont typeface="Courier New" panose="02070309020205020404" pitchFamily="49" charset="0"/>
              <a:buChar char="o"/>
              <a:defRPr sz="24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B746B41E-2915-42D6-BB74-4B229B176DC6}"/>
              </a:ext>
            </a:extLst>
          </p:cNvPr>
          <p:cNvSpPr/>
          <p:nvPr/>
        </p:nvSpPr>
        <p:spPr>
          <a:xfrm>
            <a:off x="4897067" y="764223"/>
            <a:ext cx="2646365" cy="5329554"/>
          </a:xfrm>
          <a:custGeom>
            <a:avLst/>
            <a:gdLst>
              <a:gd name="connsiteX0" fmla="*/ 1323907 w 2646365"/>
              <a:gd name="connsiteY0" fmla="*/ 211325 h 5329554"/>
              <a:gd name="connsiteX1" fmla="*/ 2430712 w 2646365"/>
              <a:gd name="connsiteY1" fmla="*/ 1318024 h 5329554"/>
              <a:gd name="connsiteX2" fmla="*/ 2430712 w 2646365"/>
              <a:gd name="connsiteY2" fmla="*/ 4010847 h 5329554"/>
              <a:gd name="connsiteX3" fmla="*/ 1323907 w 2646365"/>
              <a:gd name="connsiteY3" fmla="*/ 5117546 h 5329554"/>
              <a:gd name="connsiteX4" fmla="*/ 1314486 w 2646365"/>
              <a:gd name="connsiteY4" fmla="*/ 5117546 h 5329554"/>
              <a:gd name="connsiteX5" fmla="*/ 207680 w 2646365"/>
              <a:gd name="connsiteY5" fmla="*/ 4010847 h 5329554"/>
              <a:gd name="connsiteX6" fmla="*/ 207680 w 2646365"/>
              <a:gd name="connsiteY6" fmla="*/ 1318024 h 5329554"/>
              <a:gd name="connsiteX7" fmla="*/ 1314486 w 2646365"/>
              <a:gd name="connsiteY7" fmla="*/ 211325 h 5329554"/>
              <a:gd name="connsiteX8" fmla="*/ 1323907 w 2646365"/>
              <a:gd name="connsiteY8" fmla="*/ 211325 h 5329554"/>
              <a:gd name="connsiteX9" fmla="*/ 1323907 w 2646365"/>
              <a:gd name="connsiteY9" fmla="*/ -342 h 5329554"/>
              <a:gd name="connsiteX10" fmla="*/ 1314486 w 2646365"/>
              <a:gd name="connsiteY10" fmla="*/ -342 h 5329554"/>
              <a:gd name="connsiteX11" fmla="*/ -3987 w 2646365"/>
              <a:gd name="connsiteY11" fmla="*/ 1317918 h 5329554"/>
              <a:gd name="connsiteX12" fmla="*/ -3987 w 2646365"/>
              <a:gd name="connsiteY12" fmla="*/ 1318024 h 5329554"/>
              <a:gd name="connsiteX13" fmla="*/ -3987 w 2646365"/>
              <a:gd name="connsiteY13" fmla="*/ 4010847 h 5329554"/>
              <a:gd name="connsiteX14" fmla="*/ 1314383 w 2646365"/>
              <a:gd name="connsiteY14" fmla="*/ 5329213 h 5329554"/>
              <a:gd name="connsiteX15" fmla="*/ 1314486 w 2646365"/>
              <a:gd name="connsiteY15" fmla="*/ 5329213 h 5329554"/>
              <a:gd name="connsiteX16" fmla="*/ 1323907 w 2646365"/>
              <a:gd name="connsiteY16" fmla="*/ 5329213 h 5329554"/>
              <a:gd name="connsiteX17" fmla="*/ 2642379 w 2646365"/>
              <a:gd name="connsiteY17" fmla="*/ 4010953 h 5329554"/>
              <a:gd name="connsiteX18" fmla="*/ 2642379 w 2646365"/>
              <a:gd name="connsiteY18" fmla="*/ 4010847 h 5329554"/>
              <a:gd name="connsiteX19" fmla="*/ 2642379 w 2646365"/>
              <a:gd name="connsiteY19" fmla="*/ 1318024 h 5329554"/>
              <a:gd name="connsiteX20" fmla="*/ 1324010 w 2646365"/>
              <a:gd name="connsiteY20" fmla="*/ -342 h 5329554"/>
              <a:gd name="connsiteX21" fmla="*/ 1323907 w 2646365"/>
              <a:gd name="connsiteY21" fmla="*/ -342 h 5329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646365" h="5329554">
                <a:moveTo>
                  <a:pt x="1323907" y="211325"/>
                </a:moveTo>
                <a:cubicBezTo>
                  <a:pt x="1935094" y="211325"/>
                  <a:pt x="2430604" y="706794"/>
                  <a:pt x="2430712" y="1318024"/>
                </a:cubicBezTo>
                <a:lnTo>
                  <a:pt x="2430712" y="4010847"/>
                </a:lnTo>
                <a:cubicBezTo>
                  <a:pt x="2430604" y="4622077"/>
                  <a:pt x="1935094" y="5117546"/>
                  <a:pt x="1323907" y="5117546"/>
                </a:cubicBezTo>
                <a:lnTo>
                  <a:pt x="1314486" y="5117546"/>
                </a:lnTo>
                <a:cubicBezTo>
                  <a:pt x="703298" y="5117546"/>
                  <a:pt x="207789" y="4622077"/>
                  <a:pt x="207680" y="4010847"/>
                </a:cubicBezTo>
                <a:lnTo>
                  <a:pt x="207680" y="1318024"/>
                </a:lnTo>
                <a:cubicBezTo>
                  <a:pt x="207789" y="706794"/>
                  <a:pt x="703298" y="211325"/>
                  <a:pt x="1314486" y="211325"/>
                </a:cubicBezTo>
                <a:lnTo>
                  <a:pt x="1323907" y="211325"/>
                </a:lnTo>
                <a:moveTo>
                  <a:pt x="1323907" y="-342"/>
                </a:moveTo>
                <a:lnTo>
                  <a:pt x="1314486" y="-342"/>
                </a:lnTo>
                <a:cubicBezTo>
                  <a:pt x="586355" y="-405"/>
                  <a:pt x="-3878" y="589806"/>
                  <a:pt x="-3987" y="1317918"/>
                </a:cubicBezTo>
                <a:cubicBezTo>
                  <a:pt x="-3987" y="1317950"/>
                  <a:pt x="-3987" y="1317992"/>
                  <a:pt x="-3987" y="1318024"/>
                </a:cubicBezTo>
                <a:lnTo>
                  <a:pt x="-3987" y="4010847"/>
                </a:lnTo>
                <a:cubicBezTo>
                  <a:pt x="-3987" y="4738960"/>
                  <a:pt x="586246" y="5329213"/>
                  <a:pt x="1314383" y="5329213"/>
                </a:cubicBezTo>
                <a:cubicBezTo>
                  <a:pt x="1314383" y="5329213"/>
                  <a:pt x="1314486" y="5329213"/>
                  <a:pt x="1314486" y="5329213"/>
                </a:cubicBezTo>
                <a:lnTo>
                  <a:pt x="1323907" y="5329213"/>
                </a:lnTo>
                <a:cubicBezTo>
                  <a:pt x="2052038" y="5329266"/>
                  <a:pt x="2642271" y="4739066"/>
                  <a:pt x="2642379" y="4010953"/>
                </a:cubicBezTo>
                <a:cubicBezTo>
                  <a:pt x="2642379" y="4010921"/>
                  <a:pt x="2642379" y="4010879"/>
                  <a:pt x="2642379" y="4010847"/>
                </a:cubicBezTo>
                <a:lnTo>
                  <a:pt x="2642379" y="1318024"/>
                </a:lnTo>
                <a:cubicBezTo>
                  <a:pt x="2642379" y="589912"/>
                  <a:pt x="2052146" y="-342"/>
                  <a:pt x="1324010" y="-342"/>
                </a:cubicBezTo>
                <a:cubicBezTo>
                  <a:pt x="1324010" y="-342"/>
                  <a:pt x="1323907" y="-342"/>
                  <a:pt x="1323907" y="-342"/>
                </a:cubicBezTo>
                <a:close/>
              </a:path>
            </a:pathLst>
          </a:custGeom>
          <a:solidFill>
            <a:srgbClr val="24497D"/>
          </a:solidFill>
          <a:ln w="1058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9" name="Picture Placeholder 1">
            <a:extLst>
              <a:ext uri="{FF2B5EF4-FFF2-40B4-BE49-F238E27FC236}">
                <a16:creationId xmlns:a16="http://schemas.microsoft.com/office/drawing/2014/main" id="{5A76430F-4873-446F-81AC-C96F58D4015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95254" y="965050"/>
            <a:ext cx="2242749" cy="4929844"/>
          </a:xfrm>
          <a:custGeom>
            <a:avLst/>
            <a:gdLst>
              <a:gd name="connsiteX0" fmla="*/ 3475 w 21600"/>
              <a:gd name="connsiteY0" fmla="*/ 0 h 21600"/>
              <a:gd name="connsiteX1" fmla="*/ 18125 w 21600"/>
              <a:gd name="connsiteY1" fmla="*/ 0 h 21600"/>
              <a:gd name="connsiteX2" fmla="*/ 21600 w 21600"/>
              <a:gd name="connsiteY2" fmla="*/ 10800 h 21600"/>
              <a:gd name="connsiteX3" fmla="*/ 18125 w 21600"/>
              <a:gd name="connsiteY3" fmla="*/ 21600 h 21600"/>
              <a:gd name="connsiteX4" fmla="*/ 3475 w 21600"/>
              <a:gd name="connsiteY4" fmla="*/ 21600 h 21600"/>
              <a:gd name="connsiteX5" fmla="*/ 0 w 21600"/>
              <a:gd name="connsiteY5" fmla="*/ 10800 h 21600"/>
              <a:gd name="connsiteX6" fmla="*/ 3475 w 21600"/>
              <a:gd name="connsiteY6" fmla="*/ 0 h 21600"/>
              <a:gd name="connsiteX0" fmla="*/ 3475 w 21833"/>
              <a:gd name="connsiteY0" fmla="*/ 0 h 21600"/>
              <a:gd name="connsiteX1" fmla="*/ 18125 w 21833"/>
              <a:gd name="connsiteY1" fmla="*/ 0 h 21600"/>
              <a:gd name="connsiteX2" fmla="*/ 21600 w 21833"/>
              <a:gd name="connsiteY2" fmla="*/ 10800 h 21600"/>
              <a:gd name="connsiteX3" fmla="*/ 11964 w 21833"/>
              <a:gd name="connsiteY3" fmla="*/ 21496 h 21600"/>
              <a:gd name="connsiteX4" fmla="*/ 3475 w 21833"/>
              <a:gd name="connsiteY4" fmla="*/ 21600 h 21600"/>
              <a:gd name="connsiteX5" fmla="*/ 0 w 21833"/>
              <a:gd name="connsiteY5" fmla="*/ 10800 h 21600"/>
              <a:gd name="connsiteX6" fmla="*/ 3475 w 21833"/>
              <a:gd name="connsiteY6" fmla="*/ 0 h 21600"/>
              <a:gd name="connsiteX0" fmla="*/ 3475 w 19060"/>
              <a:gd name="connsiteY0" fmla="*/ 0 h 21600"/>
              <a:gd name="connsiteX1" fmla="*/ 18125 w 19060"/>
              <a:gd name="connsiteY1" fmla="*/ 0 h 21600"/>
              <a:gd name="connsiteX2" fmla="*/ 17554 w 19060"/>
              <a:gd name="connsiteY2" fmla="*/ 9454 h 21600"/>
              <a:gd name="connsiteX3" fmla="*/ 11964 w 19060"/>
              <a:gd name="connsiteY3" fmla="*/ 21496 h 21600"/>
              <a:gd name="connsiteX4" fmla="*/ 3475 w 19060"/>
              <a:gd name="connsiteY4" fmla="*/ 21600 h 21600"/>
              <a:gd name="connsiteX5" fmla="*/ 0 w 19060"/>
              <a:gd name="connsiteY5" fmla="*/ 10800 h 21600"/>
              <a:gd name="connsiteX6" fmla="*/ 3475 w 19060"/>
              <a:gd name="connsiteY6" fmla="*/ 0 h 21600"/>
              <a:gd name="connsiteX0" fmla="*/ 3475 w 18891"/>
              <a:gd name="connsiteY0" fmla="*/ 0 h 21600"/>
              <a:gd name="connsiteX1" fmla="*/ 18125 w 18891"/>
              <a:gd name="connsiteY1" fmla="*/ 0 h 21600"/>
              <a:gd name="connsiteX2" fmla="*/ 17554 w 18891"/>
              <a:gd name="connsiteY2" fmla="*/ 9454 h 21600"/>
              <a:gd name="connsiteX3" fmla="*/ 16746 w 18891"/>
              <a:gd name="connsiteY3" fmla="*/ 17666 h 21600"/>
              <a:gd name="connsiteX4" fmla="*/ 3475 w 18891"/>
              <a:gd name="connsiteY4" fmla="*/ 21600 h 21600"/>
              <a:gd name="connsiteX5" fmla="*/ 0 w 18891"/>
              <a:gd name="connsiteY5" fmla="*/ 10800 h 21600"/>
              <a:gd name="connsiteX6" fmla="*/ 3475 w 18891"/>
              <a:gd name="connsiteY6" fmla="*/ 0 h 21600"/>
              <a:gd name="connsiteX0" fmla="*/ 3512 w 18928"/>
              <a:gd name="connsiteY0" fmla="*/ 0 h 17822"/>
              <a:gd name="connsiteX1" fmla="*/ 18162 w 18928"/>
              <a:gd name="connsiteY1" fmla="*/ 0 h 17822"/>
              <a:gd name="connsiteX2" fmla="*/ 17591 w 18928"/>
              <a:gd name="connsiteY2" fmla="*/ 9454 h 17822"/>
              <a:gd name="connsiteX3" fmla="*/ 16783 w 18928"/>
              <a:gd name="connsiteY3" fmla="*/ 17666 h 17822"/>
              <a:gd name="connsiteX4" fmla="*/ 2317 w 18928"/>
              <a:gd name="connsiteY4" fmla="*/ 17822 h 17822"/>
              <a:gd name="connsiteX5" fmla="*/ 37 w 18928"/>
              <a:gd name="connsiteY5" fmla="*/ 10800 h 17822"/>
              <a:gd name="connsiteX6" fmla="*/ 3512 w 18928"/>
              <a:gd name="connsiteY6" fmla="*/ 0 h 17822"/>
              <a:gd name="connsiteX0" fmla="*/ 2395 w 17811"/>
              <a:gd name="connsiteY0" fmla="*/ 0 h 17822"/>
              <a:gd name="connsiteX1" fmla="*/ 17045 w 17811"/>
              <a:gd name="connsiteY1" fmla="*/ 0 h 17822"/>
              <a:gd name="connsiteX2" fmla="*/ 16474 w 17811"/>
              <a:gd name="connsiteY2" fmla="*/ 9454 h 17822"/>
              <a:gd name="connsiteX3" fmla="*/ 15666 w 17811"/>
              <a:gd name="connsiteY3" fmla="*/ 17666 h 17822"/>
              <a:gd name="connsiteX4" fmla="*/ 1200 w 17811"/>
              <a:gd name="connsiteY4" fmla="*/ 17822 h 17822"/>
              <a:gd name="connsiteX5" fmla="*/ 391 w 17811"/>
              <a:gd name="connsiteY5" fmla="*/ 9817 h 17822"/>
              <a:gd name="connsiteX6" fmla="*/ 2395 w 17811"/>
              <a:gd name="connsiteY6" fmla="*/ 0 h 17822"/>
              <a:gd name="connsiteX0" fmla="*/ 2491 w 17815"/>
              <a:gd name="connsiteY0" fmla="*/ 2019 h 17822"/>
              <a:gd name="connsiteX1" fmla="*/ 17049 w 17815"/>
              <a:gd name="connsiteY1" fmla="*/ 0 h 17822"/>
              <a:gd name="connsiteX2" fmla="*/ 16478 w 17815"/>
              <a:gd name="connsiteY2" fmla="*/ 9454 h 17822"/>
              <a:gd name="connsiteX3" fmla="*/ 15670 w 17815"/>
              <a:gd name="connsiteY3" fmla="*/ 17666 h 17822"/>
              <a:gd name="connsiteX4" fmla="*/ 1204 w 17815"/>
              <a:gd name="connsiteY4" fmla="*/ 17822 h 17822"/>
              <a:gd name="connsiteX5" fmla="*/ 395 w 17815"/>
              <a:gd name="connsiteY5" fmla="*/ 9817 h 17822"/>
              <a:gd name="connsiteX6" fmla="*/ 2491 w 17815"/>
              <a:gd name="connsiteY6" fmla="*/ 2019 h 17822"/>
              <a:gd name="connsiteX0" fmla="*/ 2491 w 16880"/>
              <a:gd name="connsiteY0" fmla="*/ 207 h 16010"/>
              <a:gd name="connsiteX1" fmla="*/ 14290 w 16880"/>
              <a:gd name="connsiteY1" fmla="*/ 0 h 16010"/>
              <a:gd name="connsiteX2" fmla="*/ 16478 w 16880"/>
              <a:gd name="connsiteY2" fmla="*/ 7642 h 16010"/>
              <a:gd name="connsiteX3" fmla="*/ 15670 w 16880"/>
              <a:gd name="connsiteY3" fmla="*/ 15854 h 16010"/>
              <a:gd name="connsiteX4" fmla="*/ 1204 w 16880"/>
              <a:gd name="connsiteY4" fmla="*/ 16010 h 16010"/>
              <a:gd name="connsiteX5" fmla="*/ 395 w 16880"/>
              <a:gd name="connsiteY5" fmla="*/ 8005 h 16010"/>
              <a:gd name="connsiteX6" fmla="*/ 2491 w 16880"/>
              <a:gd name="connsiteY6" fmla="*/ 207 h 16010"/>
              <a:gd name="connsiteX0" fmla="*/ 2491 w 16880"/>
              <a:gd name="connsiteY0" fmla="*/ 1059 h 16862"/>
              <a:gd name="connsiteX1" fmla="*/ 14290 w 16880"/>
              <a:gd name="connsiteY1" fmla="*/ 852 h 16862"/>
              <a:gd name="connsiteX2" fmla="*/ 16478 w 16880"/>
              <a:gd name="connsiteY2" fmla="*/ 8494 h 16862"/>
              <a:gd name="connsiteX3" fmla="*/ 15670 w 16880"/>
              <a:gd name="connsiteY3" fmla="*/ 16706 h 16862"/>
              <a:gd name="connsiteX4" fmla="*/ 1204 w 16880"/>
              <a:gd name="connsiteY4" fmla="*/ 16862 h 16862"/>
              <a:gd name="connsiteX5" fmla="*/ 395 w 16880"/>
              <a:gd name="connsiteY5" fmla="*/ 8857 h 16862"/>
              <a:gd name="connsiteX6" fmla="*/ 2491 w 16880"/>
              <a:gd name="connsiteY6" fmla="*/ 1059 h 16862"/>
              <a:gd name="connsiteX0" fmla="*/ 2491 w 16880"/>
              <a:gd name="connsiteY0" fmla="*/ 1059 h 16862"/>
              <a:gd name="connsiteX1" fmla="*/ 14290 w 16880"/>
              <a:gd name="connsiteY1" fmla="*/ 852 h 16862"/>
              <a:gd name="connsiteX2" fmla="*/ 16478 w 16880"/>
              <a:gd name="connsiteY2" fmla="*/ 8494 h 16862"/>
              <a:gd name="connsiteX3" fmla="*/ 15670 w 16880"/>
              <a:gd name="connsiteY3" fmla="*/ 16706 h 16862"/>
              <a:gd name="connsiteX4" fmla="*/ 1204 w 16880"/>
              <a:gd name="connsiteY4" fmla="*/ 16862 h 16862"/>
              <a:gd name="connsiteX5" fmla="*/ 395 w 16880"/>
              <a:gd name="connsiteY5" fmla="*/ 8857 h 16862"/>
              <a:gd name="connsiteX6" fmla="*/ 2491 w 16880"/>
              <a:gd name="connsiteY6" fmla="*/ 1059 h 16862"/>
              <a:gd name="connsiteX0" fmla="*/ 2491 w 17028"/>
              <a:gd name="connsiteY0" fmla="*/ 1059 h 16862"/>
              <a:gd name="connsiteX1" fmla="*/ 14290 w 17028"/>
              <a:gd name="connsiteY1" fmla="*/ 852 h 16862"/>
              <a:gd name="connsiteX2" fmla="*/ 16754 w 17028"/>
              <a:gd name="connsiteY2" fmla="*/ 8856 h 16862"/>
              <a:gd name="connsiteX3" fmla="*/ 15670 w 17028"/>
              <a:gd name="connsiteY3" fmla="*/ 16706 h 16862"/>
              <a:gd name="connsiteX4" fmla="*/ 1204 w 17028"/>
              <a:gd name="connsiteY4" fmla="*/ 16862 h 16862"/>
              <a:gd name="connsiteX5" fmla="*/ 395 w 17028"/>
              <a:gd name="connsiteY5" fmla="*/ 8857 h 16862"/>
              <a:gd name="connsiteX6" fmla="*/ 2491 w 17028"/>
              <a:gd name="connsiteY6" fmla="*/ 1059 h 16862"/>
              <a:gd name="connsiteX0" fmla="*/ 2491 w 17028"/>
              <a:gd name="connsiteY0" fmla="*/ 1059 h 16862"/>
              <a:gd name="connsiteX1" fmla="*/ 14290 w 17028"/>
              <a:gd name="connsiteY1" fmla="*/ 852 h 16862"/>
              <a:gd name="connsiteX2" fmla="*/ 16754 w 17028"/>
              <a:gd name="connsiteY2" fmla="*/ 8856 h 16862"/>
              <a:gd name="connsiteX3" fmla="*/ 15670 w 17028"/>
              <a:gd name="connsiteY3" fmla="*/ 16706 h 16862"/>
              <a:gd name="connsiteX4" fmla="*/ 1204 w 17028"/>
              <a:gd name="connsiteY4" fmla="*/ 16862 h 16862"/>
              <a:gd name="connsiteX5" fmla="*/ 395 w 17028"/>
              <a:gd name="connsiteY5" fmla="*/ 8857 h 16862"/>
              <a:gd name="connsiteX6" fmla="*/ 2491 w 17028"/>
              <a:gd name="connsiteY6" fmla="*/ 1059 h 16862"/>
              <a:gd name="connsiteX0" fmla="*/ 2491 w 17028"/>
              <a:gd name="connsiteY0" fmla="*/ 1059 h 18219"/>
              <a:gd name="connsiteX1" fmla="*/ 14290 w 17028"/>
              <a:gd name="connsiteY1" fmla="*/ 852 h 18219"/>
              <a:gd name="connsiteX2" fmla="*/ 16754 w 17028"/>
              <a:gd name="connsiteY2" fmla="*/ 8856 h 18219"/>
              <a:gd name="connsiteX3" fmla="*/ 15670 w 17028"/>
              <a:gd name="connsiteY3" fmla="*/ 16706 h 18219"/>
              <a:gd name="connsiteX4" fmla="*/ 1204 w 17028"/>
              <a:gd name="connsiteY4" fmla="*/ 16862 h 18219"/>
              <a:gd name="connsiteX5" fmla="*/ 395 w 17028"/>
              <a:gd name="connsiteY5" fmla="*/ 8857 h 18219"/>
              <a:gd name="connsiteX6" fmla="*/ 2491 w 17028"/>
              <a:gd name="connsiteY6" fmla="*/ 1059 h 18219"/>
              <a:gd name="connsiteX0" fmla="*/ 2491 w 17028"/>
              <a:gd name="connsiteY0" fmla="*/ 1059 h 18488"/>
              <a:gd name="connsiteX1" fmla="*/ 14290 w 17028"/>
              <a:gd name="connsiteY1" fmla="*/ 852 h 18488"/>
              <a:gd name="connsiteX2" fmla="*/ 16754 w 17028"/>
              <a:gd name="connsiteY2" fmla="*/ 8856 h 18488"/>
              <a:gd name="connsiteX3" fmla="*/ 15670 w 17028"/>
              <a:gd name="connsiteY3" fmla="*/ 17068 h 18488"/>
              <a:gd name="connsiteX4" fmla="*/ 1204 w 17028"/>
              <a:gd name="connsiteY4" fmla="*/ 16862 h 18488"/>
              <a:gd name="connsiteX5" fmla="*/ 395 w 17028"/>
              <a:gd name="connsiteY5" fmla="*/ 8857 h 18488"/>
              <a:gd name="connsiteX6" fmla="*/ 2491 w 17028"/>
              <a:gd name="connsiteY6" fmla="*/ 1059 h 18488"/>
              <a:gd name="connsiteX0" fmla="*/ 2491 w 17058"/>
              <a:gd name="connsiteY0" fmla="*/ 1059 h 18488"/>
              <a:gd name="connsiteX1" fmla="*/ 14290 w 17058"/>
              <a:gd name="connsiteY1" fmla="*/ 852 h 18488"/>
              <a:gd name="connsiteX2" fmla="*/ 16754 w 17058"/>
              <a:gd name="connsiteY2" fmla="*/ 8856 h 18488"/>
              <a:gd name="connsiteX3" fmla="*/ 15670 w 17058"/>
              <a:gd name="connsiteY3" fmla="*/ 17068 h 18488"/>
              <a:gd name="connsiteX4" fmla="*/ 1204 w 17058"/>
              <a:gd name="connsiteY4" fmla="*/ 16862 h 18488"/>
              <a:gd name="connsiteX5" fmla="*/ 395 w 17058"/>
              <a:gd name="connsiteY5" fmla="*/ 8857 h 18488"/>
              <a:gd name="connsiteX6" fmla="*/ 2491 w 17058"/>
              <a:gd name="connsiteY6" fmla="*/ 1059 h 18488"/>
              <a:gd name="connsiteX0" fmla="*/ 2491 w 17058"/>
              <a:gd name="connsiteY0" fmla="*/ 1059 h 19358"/>
              <a:gd name="connsiteX1" fmla="*/ 14290 w 17058"/>
              <a:gd name="connsiteY1" fmla="*/ 852 h 19358"/>
              <a:gd name="connsiteX2" fmla="*/ 16754 w 17058"/>
              <a:gd name="connsiteY2" fmla="*/ 8856 h 19358"/>
              <a:gd name="connsiteX3" fmla="*/ 15670 w 17058"/>
              <a:gd name="connsiteY3" fmla="*/ 17068 h 19358"/>
              <a:gd name="connsiteX4" fmla="*/ 1204 w 17058"/>
              <a:gd name="connsiteY4" fmla="*/ 16862 h 19358"/>
              <a:gd name="connsiteX5" fmla="*/ 395 w 17058"/>
              <a:gd name="connsiteY5" fmla="*/ 8857 h 19358"/>
              <a:gd name="connsiteX6" fmla="*/ 2491 w 17058"/>
              <a:gd name="connsiteY6" fmla="*/ 1059 h 19358"/>
              <a:gd name="connsiteX0" fmla="*/ 2423 w 16990"/>
              <a:gd name="connsiteY0" fmla="*/ 1059 h 19358"/>
              <a:gd name="connsiteX1" fmla="*/ 14222 w 16990"/>
              <a:gd name="connsiteY1" fmla="*/ 852 h 19358"/>
              <a:gd name="connsiteX2" fmla="*/ 16686 w 16990"/>
              <a:gd name="connsiteY2" fmla="*/ 8856 h 19358"/>
              <a:gd name="connsiteX3" fmla="*/ 15602 w 16990"/>
              <a:gd name="connsiteY3" fmla="*/ 17068 h 19358"/>
              <a:gd name="connsiteX4" fmla="*/ 1136 w 16990"/>
              <a:gd name="connsiteY4" fmla="*/ 16862 h 19358"/>
              <a:gd name="connsiteX5" fmla="*/ 327 w 16990"/>
              <a:gd name="connsiteY5" fmla="*/ 8857 h 19358"/>
              <a:gd name="connsiteX6" fmla="*/ 2423 w 16990"/>
              <a:gd name="connsiteY6" fmla="*/ 1059 h 19358"/>
              <a:gd name="connsiteX0" fmla="*/ 2582 w 17149"/>
              <a:gd name="connsiteY0" fmla="*/ 1059 h 19358"/>
              <a:gd name="connsiteX1" fmla="*/ 14381 w 17149"/>
              <a:gd name="connsiteY1" fmla="*/ 852 h 19358"/>
              <a:gd name="connsiteX2" fmla="*/ 16845 w 17149"/>
              <a:gd name="connsiteY2" fmla="*/ 8856 h 19358"/>
              <a:gd name="connsiteX3" fmla="*/ 15761 w 17149"/>
              <a:gd name="connsiteY3" fmla="*/ 17068 h 19358"/>
              <a:gd name="connsiteX4" fmla="*/ 1295 w 17149"/>
              <a:gd name="connsiteY4" fmla="*/ 16862 h 19358"/>
              <a:gd name="connsiteX5" fmla="*/ 210 w 17149"/>
              <a:gd name="connsiteY5" fmla="*/ 8857 h 19358"/>
              <a:gd name="connsiteX6" fmla="*/ 2582 w 17149"/>
              <a:gd name="connsiteY6" fmla="*/ 1059 h 19358"/>
              <a:gd name="connsiteX0" fmla="*/ 2582 w 17149"/>
              <a:gd name="connsiteY0" fmla="*/ 1059 h 19358"/>
              <a:gd name="connsiteX1" fmla="*/ 14381 w 17149"/>
              <a:gd name="connsiteY1" fmla="*/ 852 h 19358"/>
              <a:gd name="connsiteX2" fmla="*/ 16845 w 17149"/>
              <a:gd name="connsiteY2" fmla="*/ 8856 h 19358"/>
              <a:gd name="connsiteX3" fmla="*/ 15761 w 17149"/>
              <a:gd name="connsiteY3" fmla="*/ 17068 h 19358"/>
              <a:gd name="connsiteX4" fmla="*/ 1295 w 17149"/>
              <a:gd name="connsiteY4" fmla="*/ 16862 h 19358"/>
              <a:gd name="connsiteX5" fmla="*/ 210 w 17149"/>
              <a:gd name="connsiteY5" fmla="*/ 8857 h 19358"/>
              <a:gd name="connsiteX6" fmla="*/ 2582 w 17149"/>
              <a:gd name="connsiteY6" fmla="*/ 1059 h 19358"/>
              <a:gd name="connsiteX0" fmla="*/ 2582 w 17149"/>
              <a:gd name="connsiteY0" fmla="*/ 1427 h 19726"/>
              <a:gd name="connsiteX1" fmla="*/ 14381 w 17149"/>
              <a:gd name="connsiteY1" fmla="*/ 1220 h 19726"/>
              <a:gd name="connsiteX2" fmla="*/ 16845 w 17149"/>
              <a:gd name="connsiteY2" fmla="*/ 9224 h 19726"/>
              <a:gd name="connsiteX3" fmla="*/ 15761 w 17149"/>
              <a:gd name="connsiteY3" fmla="*/ 17436 h 19726"/>
              <a:gd name="connsiteX4" fmla="*/ 1295 w 17149"/>
              <a:gd name="connsiteY4" fmla="*/ 17230 h 19726"/>
              <a:gd name="connsiteX5" fmla="*/ 210 w 17149"/>
              <a:gd name="connsiteY5" fmla="*/ 9225 h 19726"/>
              <a:gd name="connsiteX6" fmla="*/ 2582 w 17149"/>
              <a:gd name="connsiteY6" fmla="*/ 1427 h 19726"/>
              <a:gd name="connsiteX0" fmla="*/ 2582 w 17149"/>
              <a:gd name="connsiteY0" fmla="*/ 1491 h 19686"/>
              <a:gd name="connsiteX1" fmla="*/ 14381 w 17149"/>
              <a:gd name="connsiteY1" fmla="*/ 1180 h 19686"/>
              <a:gd name="connsiteX2" fmla="*/ 16845 w 17149"/>
              <a:gd name="connsiteY2" fmla="*/ 9184 h 19686"/>
              <a:gd name="connsiteX3" fmla="*/ 15761 w 17149"/>
              <a:gd name="connsiteY3" fmla="*/ 17396 h 19686"/>
              <a:gd name="connsiteX4" fmla="*/ 1295 w 17149"/>
              <a:gd name="connsiteY4" fmla="*/ 17190 h 19686"/>
              <a:gd name="connsiteX5" fmla="*/ 210 w 17149"/>
              <a:gd name="connsiteY5" fmla="*/ 9185 h 19686"/>
              <a:gd name="connsiteX6" fmla="*/ 2582 w 17149"/>
              <a:gd name="connsiteY6" fmla="*/ 1491 h 19686"/>
              <a:gd name="connsiteX0" fmla="*/ 2582 w 17149"/>
              <a:gd name="connsiteY0" fmla="*/ 1444 h 19639"/>
              <a:gd name="connsiteX1" fmla="*/ 14381 w 17149"/>
              <a:gd name="connsiteY1" fmla="*/ 1133 h 19639"/>
              <a:gd name="connsiteX2" fmla="*/ 16845 w 17149"/>
              <a:gd name="connsiteY2" fmla="*/ 9137 h 19639"/>
              <a:gd name="connsiteX3" fmla="*/ 15761 w 17149"/>
              <a:gd name="connsiteY3" fmla="*/ 17349 h 19639"/>
              <a:gd name="connsiteX4" fmla="*/ 1295 w 17149"/>
              <a:gd name="connsiteY4" fmla="*/ 17143 h 19639"/>
              <a:gd name="connsiteX5" fmla="*/ 210 w 17149"/>
              <a:gd name="connsiteY5" fmla="*/ 9138 h 19639"/>
              <a:gd name="connsiteX6" fmla="*/ 2582 w 17149"/>
              <a:gd name="connsiteY6" fmla="*/ 1444 h 19639"/>
              <a:gd name="connsiteX0" fmla="*/ 2287 w 17130"/>
              <a:gd name="connsiteY0" fmla="*/ 1347 h 19697"/>
              <a:gd name="connsiteX1" fmla="*/ 14362 w 17130"/>
              <a:gd name="connsiteY1" fmla="*/ 1191 h 19697"/>
              <a:gd name="connsiteX2" fmla="*/ 16826 w 17130"/>
              <a:gd name="connsiteY2" fmla="*/ 9195 h 19697"/>
              <a:gd name="connsiteX3" fmla="*/ 15742 w 17130"/>
              <a:gd name="connsiteY3" fmla="*/ 17407 h 19697"/>
              <a:gd name="connsiteX4" fmla="*/ 1276 w 17130"/>
              <a:gd name="connsiteY4" fmla="*/ 17201 h 19697"/>
              <a:gd name="connsiteX5" fmla="*/ 191 w 17130"/>
              <a:gd name="connsiteY5" fmla="*/ 9196 h 19697"/>
              <a:gd name="connsiteX6" fmla="*/ 2287 w 17130"/>
              <a:gd name="connsiteY6" fmla="*/ 1347 h 19697"/>
              <a:gd name="connsiteX0" fmla="*/ 2287 w 17130"/>
              <a:gd name="connsiteY0" fmla="*/ 1380 h 19730"/>
              <a:gd name="connsiteX1" fmla="*/ 14362 w 17130"/>
              <a:gd name="connsiteY1" fmla="*/ 1224 h 19730"/>
              <a:gd name="connsiteX2" fmla="*/ 16826 w 17130"/>
              <a:gd name="connsiteY2" fmla="*/ 9228 h 19730"/>
              <a:gd name="connsiteX3" fmla="*/ 15742 w 17130"/>
              <a:gd name="connsiteY3" fmla="*/ 17440 h 19730"/>
              <a:gd name="connsiteX4" fmla="*/ 1276 w 17130"/>
              <a:gd name="connsiteY4" fmla="*/ 17234 h 19730"/>
              <a:gd name="connsiteX5" fmla="*/ 191 w 17130"/>
              <a:gd name="connsiteY5" fmla="*/ 9229 h 19730"/>
              <a:gd name="connsiteX6" fmla="*/ 2287 w 17130"/>
              <a:gd name="connsiteY6" fmla="*/ 1380 h 19730"/>
              <a:gd name="connsiteX0" fmla="*/ 2287 w 17130"/>
              <a:gd name="connsiteY0" fmla="*/ 1380 h 19730"/>
              <a:gd name="connsiteX1" fmla="*/ 14362 w 17130"/>
              <a:gd name="connsiteY1" fmla="*/ 1224 h 19730"/>
              <a:gd name="connsiteX2" fmla="*/ 16826 w 17130"/>
              <a:gd name="connsiteY2" fmla="*/ 9228 h 19730"/>
              <a:gd name="connsiteX3" fmla="*/ 15742 w 17130"/>
              <a:gd name="connsiteY3" fmla="*/ 17440 h 19730"/>
              <a:gd name="connsiteX4" fmla="*/ 1276 w 17130"/>
              <a:gd name="connsiteY4" fmla="*/ 17234 h 19730"/>
              <a:gd name="connsiteX5" fmla="*/ 191 w 17130"/>
              <a:gd name="connsiteY5" fmla="*/ 9229 h 19730"/>
              <a:gd name="connsiteX6" fmla="*/ 2287 w 17130"/>
              <a:gd name="connsiteY6" fmla="*/ 1380 h 19730"/>
              <a:gd name="connsiteX0" fmla="*/ 2287 w 17130"/>
              <a:gd name="connsiteY0" fmla="*/ 1708 h 20058"/>
              <a:gd name="connsiteX1" fmla="*/ 14362 w 17130"/>
              <a:gd name="connsiteY1" fmla="*/ 1552 h 20058"/>
              <a:gd name="connsiteX2" fmla="*/ 16826 w 17130"/>
              <a:gd name="connsiteY2" fmla="*/ 9556 h 20058"/>
              <a:gd name="connsiteX3" fmla="*/ 15742 w 17130"/>
              <a:gd name="connsiteY3" fmla="*/ 17768 h 20058"/>
              <a:gd name="connsiteX4" fmla="*/ 1276 w 17130"/>
              <a:gd name="connsiteY4" fmla="*/ 17562 h 20058"/>
              <a:gd name="connsiteX5" fmla="*/ 191 w 17130"/>
              <a:gd name="connsiteY5" fmla="*/ 9557 h 20058"/>
              <a:gd name="connsiteX6" fmla="*/ 2287 w 17130"/>
              <a:gd name="connsiteY6" fmla="*/ 1708 h 20058"/>
              <a:gd name="connsiteX0" fmla="*/ 2287 w 17130"/>
              <a:gd name="connsiteY0" fmla="*/ 1708 h 20092"/>
              <a:gd name="connsiteX1" fmla="*/ 14362 w 17130"/>
              <a:gd name="connsiteY1" fmla="*/ 1552 h 20092"/>
              <a:gd name="connsiteX2" fmla="*/ 16826 w 17130"/>
              <a:gd name="connsiteY2" fmla="*/ 9556 h 20092"/>
              <a:gd name="connsiteX3" fmla="*/ 15742 w 17130"/>
              <a:gd name="connsiteY3" fmla="*/ 17768 h 20092"/>
              <a:gd name="connsiteX4" fmla="*/ 1276 w 17130"/>
              <a:gd name="connsiteY4" fmla="*/ 17562 h 20092"/>
              <a:gd name="connsiteX5" fmla="*/ 191 w 17130"/>
              <a:gd name="connsiteY5" fmla="*/ 9557 h 20092"/>
              <a:gd name="connsiteX6" fmla="*/ 2287 w 17130"/>
              <a:gd name="connsiteY6" fmla="*/ 1708 h 20092"/>
              <a:gd name="connsiteX0" fmla="*/ 2356 w 17199"/>
              <a:gd name="connsiteY0" fmla="*/ 1708 h 19980"/>
              <a:gd name="connsiteX1" fmla="*/ 14431 w 17199"/>
              <a:gd name="connsiteY1" fmla="*/ 1552 h 19980"/>
              <a:gd name="connsiteX2" fmla="*/ 16895 w 17199"/>
              <a:gd name="connsiteY2" fmla="*/ 9556 h 19980"/>
              <a:gd name="connsiteX3" fmla="*/ 15811 w 17199"/>
              <a:gd name="connsiteY3" fmla="*/ 17768 h 19980"/>
              <a:gd name="connsiteX4" fmla="*/ 1195 w 17199"/>
              <a:gd name="connsiteY4" fmla="*/ 17308 h 19980"/>
              <a:gd name="connsiteX5" fmla="*/ 260 w 17199"/>
              <a:gd name="connsiteY5" fmla="*/ 9557 h 19980"/>
              <a:gd name="connsiteX6" fmla="*/ 2356 w 17199"/>
              <a:gd name="connsiteY6" fmla="*/ 1708 h 19980"/>
              <a:gd name="connsiteX0" fmla="*/ 2356 w 17199"/>
              <a:gd name="connsiteY0" fmla="*/ 1708 h 20037"/>
              <a:gd name="connsiteX1" fmla="*/ 14431 w 17199"/>
              <a:gd name="connsiteY1" fmla="*/ 1552 h 20037"/>
              <a:gd name="connsiteX2" fmla="*/ 16895 w 17199"/>
              <a:gd name="connsiteY2" fmla="*/ 9556 h 20037"/>
              <a:gd name="connsiteX3" fmla="*/ 15811 w 17199"/>
              <a:gd name="connsiteY3" fmla="*/ 17768 h 20037"/>
              <a:gd name="connsiteX4" fmla="*/ 1195 w 17199"/>
              <a:gd name="connsiteY4" fmla="*/ 17308 h 20037"/>
              <a:gd name="connsiteX5" fmla="*/ 260 w 17199"/>
              <a:gd name="connsiteY5" fmla="*/ 9557 h 20037"/>
              <a:gd name="connsiteX6" fmla="*/ 2356 w 17199"/>
              <a:gd name="connsiteY6" fmla="*/ 1708 h 20037"/>
              <a:gd name="connsiteX0" fmla="*/ 2356 w 17454"/>
              <a:gd name="connsiteY0" fmla="*/ 1708 h 19853"/>
              <a:gd name="connsiteX1" fmla="*/ 14431 w 17454"/>
              <a:gd name="connsiteY1" fmla="*/ 1552 h 19853"/>
              <a:gd name="connsiteX2" fmla="*/ 16895 w 17454"/>
              <a:gd name="connsiteY2" fmla="*/ 9556 h 19853"/>
              <a:gd name="connsiteX3" fmla="*/ 16262 w 17454"/>
              <a:gd name="connsiteY3" fmla="*/ 17429 h 19853"/>
              <a:gd name="connsiteX4" fmla="*/ 1195 w 17454"/>
              <a:gd name="connsiteY4" fmla="*/ 17308 h 19853"/>
              <a:gd name="connsiteX5" fmla="*/ 260 w 17454"/>
              <a:gd name="connsiteY5" fmla="*/ 9557 h 19853"/>
              <a:gd name="connsiteX6" fmla="*/ 2356 w 17454"/>
              <a:gd name="connsiteY6" fmla="*/ 1708 h 19853"/>
              <a:gd name="connsiteX0" fmla="*/ 2356 w 17454"/>
              <a:gd name="connsiteY0" fmla="*/ 1708 h 20052"/>
              <a:gd name="connsiteX1" fmla="*/ 14431 w 17454"/>
              <a:gd name="connsiteY1" fmla="*/ 1552 h 20052"/>
              <a:gd name="connsiteX2" fmla="*/ 16895 w 17454"/>
              <a:gd name="connsiteY2" fmla="*/ 9556 h 20052"/>
              <a:gd name="connsiteX3" fmla="*/ 16262 w 17454"/>
              <a:gd name="connsiteY3" fmla="*/ 17429 h 20052"/>
              <a:gd name="connsiteX4" fmla="*/ 1195 w 17454"/>
              <a:gd name="connsiteY4" fmla="*/ 17308 h 20052"/>
              <a:gd name="connsiteX5" fmla="*/ 260 w 17454"/>
              <a:gd name="connsiteY5" fmla="*/ 9557 h 20052"/>
              <a:gd name="connsiteX6" fmla="*/ 2356 w 17454"/>
              <a:gd name="connsiteY6" fmla="*/ 1708 h 20052"/>
              <a:gd name="connsiteX0" fmla="*/ 2356 w 17454"/>
              <a:gd name="connsiteY0" fmla="*/ 1708 h 20092"/>
              <a:gd name="connsiteX1" fmla="*/ 14431 w 17454"/>
              <a:gd name="connsiteY1" fmla="*/ 1552 h 20092"/>
              <a:gd name="connsiteX2" fmla="*/ 16895 w 17454"/>
              <a:gd name="connsiteY2" fmla="*/ 9556 h 20092"/>
              <a:gd name="connsiteX3" fmla="*/ 16262 w 17454"/>
              <a:gd name="connsiteY3" fmla="*/ 17429 h 20092"/>
              <a:gd name="connsiteX4" fmla="*/ 1195 w 17454"/>
              <a:gd name="connsiteY4" fmla="*/ 17308 h 20092"/>
              <a:gd name="connsiteX5" fmla="*/ 260 w 17454"/>
              <a:gd name="connsiteY5" fmla="*/ 9557 h 20092"/>
              <a:gd name="connsiteX6" fmla="*/ 2356 w 17454"/>
              <a:gd name="connsiteY6" fmla="*/ 1708 h 20092"/>
              <a:gd name="connsiteX0" fmla="*/ 2258 w 17356"/>
              <a:gd name="connsiteY0" fmla="*/ 1708 h 20092"/>
              <a:gd name="connsiteX1" fmla="*/ 14333 w 17356"/>
              <a:gd name="connsiteY1" fmla="*/ 1552 h 20092"/>
              <a:gd name="connsiteX2" fmla="*/ 16797 w 17356"/>
              <a:gd name="connsiteY2" fmla="*/ 9556 h 20092"/>
              <a:gd name="connsiteX3" fmla="*/ 16164 w 17356"/>
              <a:gd name="connsiteY3" fmla="*/ 17429 h 20092"/>
              <a:gd name="connsiteX4" fmla="*/ 1097 w 17356"/>
              <a:gd name="connsiteY4" fmla="*/ 17308 h 20092"/>
              <a:gd name="connsiteX5" fmla="*/ 162 w 17356"/>
              <a:gd name="connsiteY5" fmla="*/ 9557 h 20092"/>
              <a:gd name="connsiteX6" fmla="*/ 2258 w 17356"/>
              <a:gd name="connsiteY6" fmla="*/ 1708 h 20092"/>
              <a:gd name="connsiteX0" fmla="*/ 2163 w 17261"/>
              <a:gd name="connsiteY0" fmla="*/ 1708 h 20092"/>
              <a:gd name="connsiteX1" fmla="*/ 14238 w 17261"/>
              <a:gd name="connsiteY1" fmla="*/ 1552 h 20092"/>
              <a:gd name="connsiteX2" fmla="*/ 16702 w 17261"/>
              <a:gd name="connsiteY2" fmla="*/ 9556 h 20092"/>
              <a:gd name="connsiteX3" fmla="*/ 16069 w 17261"/>
              <a:gd name="connsiteY3" fmla="*/ 17429 h 20092"/>
              <a:gd name="connsiteX4" fmla="*/ 1002 w 17261"/>
              <a:gd name="connsiteY4" fmla="*/ 17308 h 20092"/>
              <a:gd name="connsiteX5" fmla="*/ 268 w 17261"/>
              <a:gd name="connsiteY5" fmla="*/ 9557 h 20092"/>
              <a:gd name="connsiteX6" fmla="*/ 2163 w 17261"/>
              <a:gd name="connsiteY6" fmla="*/ 1708 h 20092"/>
              <a:gd name="connsiteX0" fmla="*/ 2163 w 17261"/>
              <a:gd name="connsiteY0" fmla="*/ 1708 h 20092"/>
              <a:gd name="connsiteX1" fmla="*/ 14238 w 17261"/>
              <a:gd name="connsiteY1" fmla="*/ 1552 h 20092"/>
              <a:gd name="connsiteX2" fmla="*/ 16702 w 17261"/>
              <a:gd name="connsiteY2" fmla="*/ 9556 h 20092"/>
              <a:gd name="connsiteX3" fmla="*/ 16069 w 17261"/>
              <a:gd name="connsiteY3" fmla="*/ 17429 h 20092"/>
              <a:gd name="connsiteX4" fmla="*/ 1002 w 17261"/>
              <a:gd name="connsiteY4" fmla="*/ 17308 h 20092"/>
              <a:gd name="connsiteX5" fmla="*/ 268 w 17261"/>
              <a:gd name="connsiteY5" fmla="*/ 9557 h 20092"/>
              <a:gd name="connsiteX6" fmla="*/ 2163 w 17261"/>
              <a:gd name="connsiteY6" fmla="*/ 1708 h 20092"/>
              <a:gd name="connsiteX0" fmla="*/ 2163 w 17261"/>
              <a:gd name="connsiteY0" fmla="*/ 1708 h 20092"/>
              <a:gd name="connsiteX1" fmla="*/ 14238 w 17261"/>
              <a:gd name="connsiteY1" fmla="*/ 1552 h 20092"/>
              <a:gd name="connsiteX2" fmla="*/ 16702 w 17261"/>
              <a:gd name="connsiteY2" fmla="*/ 9556 h 20092"/>
              <a:gd name="connsiteX3" fmla="*/ 16069 w 17261"/>
              <a:gd name="connsiteY3" fmla="*/ 17429 h 20092"/>
              <a:gd name="connsiteX4" fmla="*/ 1002 w 17261"/>
              <a:gd name="connsiteY4" fmla="*/ 17308 h 20092"/>
              <a:gd name="connsiteX5" fmla="*/ 268 w 17261"/>
              <a:gd name="connsiteY5" fmla="*/ 9557 h 20092"/>
              <a:gd name="connsiteX6" fmla="*/ 2163 w 17261"/>
              <a:gd name="connsiteY6" fmla="*/ 1708 h 20092"/>
              <a:gd name="connsiteX0" fmla="*/ 2126 w 17224"/>
              <a:gd name="connsiteY0" fmla="*/ 1708 h 20092"/>
              <a:gd name="connsiteX1" fmla="*/ 14201 w 17224"/>
              <a:gd name="connsiteY1" fmla="*/ 1552 h 20092"/>
              <a:gd name="connsiteX2" fmla="*/ 16665 w 17224"/>
              <a:gd name="connsiteY2" fmla="*/ 9556 h 20092"/>
              <a:gd name="connsiteX3" fmla="*/ 16032 w 17224"/>
              <a:gd name="connsiteY3" fmla="*/ 17429 h 20092"/>
              <a:gd name="connsiteX4" fmla="*/ 965 w 17224"/>
              <a:gd name="connsiteY4" fmla="*/ 17308 h 20092"/>
              <a:gd name="connsiteX5" fmla="*/ 231 w 17224"/>
              <a:gd name="connsiteY5" fmla="*/ 9557 h 20092"/>
              <a:gd name="connsiteX6" fmla="*/ 2126 w 17224"/>
              <a:gd name="connsiteY6" fmla="*/ 1708 h 20092"/>
              <a:gd name="connsiteX0" fmla="*/ 2185 w 17283"/>
              <a:gd name="connsiteY0" fmla="*/ 1708 h 19677"/>
              <a:gd name="connsiteX1" fmla="*/ 14260 w 17283"/>
              <a:gd name="connsiteY1" fmla="*/ 1552 h 19677"/>
              <a:gd name="connsiteX2" fmla="*/ 16724 w 17283"/>
              <a:gd name="connsiteY2" fmla="*/ 9556 h 19677"/>
              <a:gd name="connsiteX3" fmla="*/ 16091 w 17283"/>
              <a:gd name="connsiteY3" fmla="*/ 17429 h 19677"/>
              <a:gd name="connsiteX4" fmla="*/ 573 w 17283"/>
              <a:gd name="connsiteY4" fmla="*/ 16292 h 19677"/>
              <a:gd name="connsiteX5" fmla="*/ 290 w 17283"/>
              <a:gd name="connsiteY5" fmla="*/ 9557 h 19677"/>
              <a:gd name="connsiteX6" fmla="*/ 2185 w 17283"/>
              <a:gd name="connsiteY6" fmla="*/ 1708 h 19677"/>
              <a:gd name="connsiteX0" fmla="*/ 1990 w 17088"/>
              <a:gd name="connsiteY0" fmla="*/ 1708 h 19677"/>
              <a:gd name="connsiteX1" fmla="*/ 14065 w 17088"/>
              <a:gd name="connsiteY1" fmla="*/ 1552 h 19677"/>
              <a:gd name="connsiteX2" fmla="*/ 16529 w 17088"/>
              <a:gd name="connsiteY2" fmla="*/ 9556 h 19677"/>
              <a:gd name="connsiteX3" fmla="*/ 15896 w 17088"/>
              <a:gd name="connsiteY3" fmla="*/ 17429 h 19677"/>
              <a:gd name="connsiteX4" fmla="*/ 378 w 17088"/>
              <a:gd name="connsiteY4" fmla="*/ 16292 h 19677"/>
              <a:gd name="connsiteX5" fmla="*/ 95 w 17088"/>
              <a:gd name="connsiteY5" fmla="*/ 9557 h 19677"/>
              <a:gd name="connsiteX6" fmla="*/ 1990 w 17088"/>
              <a:gd name="connsiteY6" fmla="*/ 1708 h 19677"/>
              <a:gd name="connsiteX0" fmla="*/ 2020 w 17118"/>
              <a:gd name="connsiteY0" fmla="*/ 1708 h 19597"/>
              <a:gd name="connsiteX1" fmla="*/ 14095 w 17118"/>
              <a:gd name="connsiteY1" fmla="*/ 1552 h 19597"/>
              <a:gd name="connsiteX2" fmla="*/ 16559 w 17118"/>
              <a:gd name="connsiteY2" fmla="*/ 9556 h 19597"/>
              <a:gd name="connsiteX3" fmla="*/ 15926 w 17118"/>
              <a:gd name="connsiteY3" fmla="*/ 17429 h 19597"/>
              <a:gd name="connsiteX4" fmla="*/ 258 w 17118"/>
              <a:gd name="connsiteY4" fmla="*/ 16066 h 19597"/>
              <a:gd name="connsiteX5" fmla="*/ 125 w 17118"/>
              <a:gd name="connsiteY5" fmla="*/ 9557 h 19597"/>
              <a:gd name="connsiteX6" fmla="*/ 2020 w 17118"/>
              <a:gd name="connsiteY6" fmla="*/ 1708 h 19597"/>
              <a:gd name="connsiteX0" fmla="*/ 2020 w 17315"/>
              <a:gd name="connsiteY0" fmla="*/ 1708 h 18896"/>
              <a:gd name="connsiteX1" fmla="*/ 14095 w 17315"/>
              <a:gd name="connsiteY1" fmla="*/ 1552 h 18896"/>
              <a:gd name="connsiteX2" fmla="*/ 16559 w 17315"/>
              <a:gd name="connsiteY2" fmla="*/ 9556 h 18896"/>
              <a:gd name="connsiteX3" fmla="*/ 16227 w 17315"/>
              <a:gd name="connsiteY3" fmla="*/ 16272 h 18896"/>
              <a:gd name="connsiteX4" fmla="*/ 258 w 17315"/>
              <a:gd name="connsiteY4" fmla="*/ 16066 h 18896"/>
              <a:gd name="connsiteX5" fmla="*/ 125 w 17315"/>
              <a:gd name="connsiteY5" fmla="*/ 9557 h 18896"/>
              <a:gd name="connsiteX6" fmla="*/ 2020 w 17315"/>
              <a:gd name="connsiteY6" fmla="*/ 1708 h 18896"/>
              <a:gd name="connsiteX0" fmla="*/ 2020 w 16678"/>
              <a:gd name="connsiteY0" fmla="*/ 1708 h 18896"/>
              <a:gd name="connsiteX1" fmla="*/ 14095 w 16678"/>
              <a:gd name="connsiteY1" fmla="*/ 1552 h 18896"/>
              <a:gd name="connsiteX2" fmla="*/ 16559 w 16678"/>
              <a:gd name="connsiteY2" fmla="*/ 9556 h 18896"/>
              <a:gd name="connsiteX3" fmla="*/ 16227 w 16678"/>
              <a:gd name="connsiteY3" fmla="*/ 16272 h 18896"/>
              <a:gd name="connsiteX4" fmla="*/ 258 w 16678"/>
              <a:gd name="connsiteY4" fmla="*/ 16066 h 18896"/>
              <a:gd name="connsiteX5" fmla="*/ 125 w 16678"/>
              <a:gd name="connsiteY5" fmla="*/ 9557 h 18896"/>
              <a:gd name="connsiteX6" fmla="*/ 2020 w 16678"/>
              <a:gd name="connsiteY6" fmla="*/ 1708 h 18896"/>
              <a:gd name="connsiteX0" fmla="*/ 2020 w 16678"/>
              <a:gd name="connsiteY0" fmla="*/ 1708 h 19662"/>
              <a:gd name="connsiteX1" fmla="*/ 14095 w 16678"/>
              <a:gd name="connsiteY1" fmla="*/ 1552 h 19662"/>
              <a:gd name="connsiteX2" fmla="*/ 16559 w 16678"/>
              <a:gd name="connsiteY2" fmla="*/ 9556 h 19662"/>
              <a:gd name="connsiteX3" fmla="*/ 16227 w 16678"/>
              <a:gd name="connsiteY3" fmla="*/ 16272 h 19662"/>
              <a:gd name="connsiteX4" fmla="*/ 258 w 16678"/>
              <a:gd name="connsiteY4" fmla="*/ 16066 h 19662"/>
              <a:gd name="connsiteX5" fmla="*/ 125 w 16678"/>
              <a:gd name="connsiteY5" fmla="*/ 9557 h 19662"/>
              <a:gd name="connsiteX6" fmla="*/ 2020 w 16678"/>
              <a:gd name="connsiteY6" fmla="*/ 1708 h 19662"/>
              <a:gd name="connsiteX0" fmla="*/ 2020 w 16678"/>
              <a:gd name="connsiteY0" fmla="*/ 1708 h 20062"/>
              <a:gd name="connsiteX1" fmla="*/ 14095 w 16678"/>
              <a:gd name="connsiteY1" fmla="*/ 1552 h 20062"/>
              <a:gd name="connsiteX2" fmla="*/ 16559 w 16678"/>
              <a:gd name="connsiteY2" fmla="*/ 9556 h 20062"/>
              <a:gd name="connsiteX3" fmla="*/ 16227 w 16678"/>
              <a:gd name="connsiteY3" fmla="*/ 16272 h 20062"/>
              <a:gd name="connsiteX4" fmla="*/ 258 w 16678"/>
              <a:gd name="connsiteY4" fmla="*/ 16066 h 20062"/>
              <a:gd name="connsiteX5" fmla="*/ 125 w 16678"/>
              <a:gd name="connsiteY5" fmla="*/ 9557 h 20062"/>
              <a:gd name="connsiteX6" fmla="*/ 2020 w 16678"/>
              <a:gd name="connsiteY6" fmla="*/ 1708 h 20062"/>
              <a:gd name="connsiteX0" fmla="*/ 2020 w 16678"/>
              <a:gd name="connsiteY0" fmla="*/ 1708 h 20042"/>
              <a:gd name="connsiteX1" fmla="*/ 14095 w 16678"/>
              <a:gd name="connsiteY1" fmla="*/ 1552 h 20042"/>
              <a:gd name="connsiteX2" fmla="*/ 16559 w 16678"/>
              <a:gd name="connsiteY2" fmla="*/ 9556 h 20042"/>
              <a:gd name="connsiteX3" fmla="*/ 16227 w 16678"/>
              <a:gd name="connsiteY3" fmla="*/ 16272 h 20042"/>
              <a:gd name="connsiteX4" fmla="*/ 258 w 16678"/>
              <a:gd name="connsiteY4" fmla="*/ 16066 h 20042"/>
              <a:gd name="connsiteX5" fmla="*/ 125 w 16678"/>
              <a:gd name="connsiteY5" fmla="*/ 9557 h 20042"/>
              <a:gd name="connsiteX6" fmla="*/ 2020 w 16678"/>
              <a:gd name="connsiteY6" fmla="*/ 1708 h 20042"/>
              <a:gd name="connsiteX0" fmla="*/ 2020 w 16678"/>
              <a:gd name="connsiteY0" fmla="*/ 1708 h 20091"/>
              <a:gd name="connsiteX1" fmla="*/ 14095 w 16678"/>
              <a:gd name="connsiteY1" fmla="*/ 1552 h 20091"/>
              <a:gd name="connsiteX2" fmla="*/ 16559 w 16678"/>
              <a:gd name="connsiteY2" fmla="*/ 9556 h 20091"/>
              <a:gd name="connsiteX3" fmla="*/ 16227 w 16678"/>
              <a:gd name="connsiteY3" fmla="*/ 16272 h 20091"/>
              <a:gd name="connsiteX4" fmla="*/ 258 w 16678"/>
              <a:gd name="connsiteY4" fmla="*/ 16066 h 20091"/>
              <a:gd name="connsiteX5" fmla="*/ 125 w 16678"/>
              <a:gd name="connsiteY5" fmla="*/ 9557 h 20091"/>
              <a:gd name="connsiteX6" fmla="*/ 2020 w 16678"/>
              <a:gd name="connsiteY6" fmla="*/ 1708 h 20091"/>
              <a:gd name="connsiteX0" fmla="*/ 2020 w 16678"/>
              <a:gd name="connsiteY0" fmla="*/ 1708 h 20091"/>
              <a:gd name="connsiteX1" fmla="*/ 14095 w 16678"/>
              <a:gd name="connsiteY1" fmla="*/ 1552 h 20091"/>
              <a:gd name="connsiteX2" fmla="*/ 16559 w 16678"/>
              <a:gd name="connsiteY2" fmla="*/ 9556 h 20091"/>
              <a:gd name="connsiteX3" fmla="*/ 16227 w 16678"/>
              <a:gd name="connsiteY3" fmla="*/ 16272 h 20091"/>
              <a:gd name="connsiteX4" fmla="*/ 258 w 16678"/>
              <a:gd name="connsiteY4" fmla="*/ 16066 h 20091"/>
              <a:gd name="connsiteX5" fmla="*/ 125 w 16678"/>
              <a:gd name="connsiteY5" fmla="*/ 9557 h 20091"/>
              <a:gd name="connsiteX6" fmla="*/ 2020 w 16678"/>
              <a:gd name="connsiteY6" fmla="*/ 1708 h 20091"/>
              <a:gd name="connsiteX0" fmla="*/ 2103 w 16761"/>
              <a:gd name="connsiteY0" fmla="*/ 1708 h 20091"/>
              <a:gd name="connsiteX1" fmla="*/ 14178 w 16761"/>
              <a:gd name="connsiteY1" fmla="*/ 1552 h 20091"/>
              <a:gd name="connsiteX2" fmla="*/ 16642 w 16761"/>
              <a:gd name="connsiteY2" fmla="*/ 9556 h 20091"/>
              <a:gd name="connsiteX3" fmla="*/ 16310 w 16761"/>
              <a:gd name="connsiteY3" fmla="*/ 16272 h 20091"/>
              <a:gd name="connsiteX4" fmla="*/ 341 w 16761"/>
              <a:gd name="connsiteY4" fmla="*/ 16066 h 20091"/>
              <a:gd name="connsiteX5" fmla="*/ 208 w 16761"/>
              <a:gd name="connsiteY5" fmla="*/ 9557 h 20091"/>
              <a:gd name="connsiteX6" fmla="*/ 2103 w 16761"/>
              <a:gd name="connsiteY6" fmla="*/ 1708 h 20091"/>
              <a:gd name="connsiteX0" fmla="*/ 2103 w 16759"/>
              <a:gd name="connsiteY0" fmla="*/ 1708 h 20091"/>
              <a:gd name="connsiteX1" fmla="*/ 14178 w 16759"/>
              <a:gd name="connsiteY1" fmla="*/ 1552 h 20091"/>
              <a:gd name="connsiteX2" fmla="*/ 16642 w 16759"/>
              <a:gd name="connsiteY2" fmla="*/ 9556 h 20091"/>
              <a:gd name="connsiteX3" fmla="*/ 16310 w 16759"/>
              <a:gd name="connsiteY3" fmla="*/ 16272 h 20091"/>
              <a:gd name="connsiteX4" fmla="*/ 341 w 16759"/>
              <a:gd name="connsiteY4" fmla="*/ 16066 h 20091"/>
              <a:gd name="connsiteX5" fmla="*/ 208 w 16759"/>
              <a:gd name="connsiteY5" fmla="*/ 9557 h 20091"/>
              <a:gd name="connsiteX6" fmla="*/ 2103 w 16759"/>
              <a:gd name="connsiteY6" fmla="*/ 1708 h 20091"/>
              <a:gd name="connsiteX0" fmla="*/ 2103 w 16694"/>
              <a:gd name="connsiteY0" fmla="*/ 1708 h 20091"/>
              <a:gd name="connsiteX1" fmla="*/ 14178 w 16694"/>
              <a:gd name="connsiteY1" fmla="*/ 1552 h 20091"/>
              <a:gd name="connsiteX2" fmla="*/ 16542 w 16694"/>
              <a:gd name="connsiteY2" fmla="*/ 9500 h 20091"/>
              <a:gd name="connsiteX3" fmla="*/ 16310 w 16694"/>
              <a:gd name="connsiteY3" fmla="*/ 16272 h 20091"/>
              <a:gd name="connsiteX4" fmla="*/ 341 w 16694"/>
              <a:gd name="connsiteY4" fmla="*/ 16066 h 20091"/>
              <a:gd name="connsiteX5" fmla="*/ 208 w 16694"/>
              <a:gd name="connsiteY5" fmla="*/ 9557 h 20091"/>
              <a:gd name="connsiteX6" fmla="*/ 2103 w 16694"/>
              <a:gd name="connsiteY6" fmla="*/ 1708 h 20091"/>
              <a:gd name="connsiteX0" fmla="*/ 2103 w 18017"/>
              <a:gd name="connsiteY0" fmla="*/ 582 h 18965"/>
              <a:gd name="connsiteX1" fmla="*/ 16385 w 18017"/>
              <a:gd name="connsiteY1" fmla="*/ 3221 h 18965"/>
              <a:gd name="connsiteX2" fmla="*/ 16542 w 18017"/>
              <a:gd name="connsiteY2" fmla="*/ 8374 h 18965"/>
              <a:gd name="connsiteX3" fmla="*/ 16310 w 18017"/>
              <a:gd name="connsiteY3" fmla="*/ 15146 h 18965"/>
              <a:gd name="connsiteX4" fmla="*/ 341 w 18017"/>
              <a:gd name="connsiteY4" fmla="*/ 14940 h 18965"/>
              <a:gd name="connsiteX5" fmla="*/ 208 w 18017"/>
              <a:gd name="connsiteY5" fmla="*/ 8431 h 18965"/>
              <a:gd name="connsiteX6" fmla="*/ 2103 w 18017"/>
              <a:gd name="connsiteY6" fmla="*/ 582 h 18965"/>
              <a:gd name="connsiteX0" fmla="*/ 2103 w 16542"/>
              <a:gd name="connsiteY0" fmla="*/ 582 h 18965"/>
              <a:gd name="connsiteX1" fmla="*/ 16385 w 16542"/>
              <a:gd name="connsiteY1" fmla="*/ 3221 h 18965"/>
              <a:gd name="connsiteX2" fmla="*/ 16542 w 16542"/>
              <a:gd name="connsiteY2" fmla="*/ 8374 h 18965"/>
              <a:gd name="connsiteX3" fmla="*/ 16310 w 16542"/>
              <a:gd name="connsiteY3" fmla="*/ 15146 h 18965"/>
              <a:gd name="connsiteX4" fmla="*/ 341 w 16542"/>
              <a:gd name="connsiteY4" fmla="*/ 14940 h 18965"/>
              <a:gd name="connsiteX5" fmla="*/ 208 w 16542"/>
              <a:gd name="connsiteY5" fmla="*/ 8431 h 18965"/>
              <a:gd name="connsiteX6" fmla="*/ 2103 w 16542"/>
              <a:gd name="connsiteY6" fmla="*/ 582 h 18965"/>
              <a:gd name="connsiteX0" fmla="*/ 2103 w 16542"/>
              <a:gd name="connsiteY0" fmla="*/ 652 h 19035"/>
              <a:gd name="connsiteX1" fmla="*/ 16335 w 16542"/>
              <a:gd name="connsiteY1" fmla="*/ 2952 h 19035"/>
              <a:gd name="connsiteX2" fmla="*/ 16542 w 16542"/>
              <a:gd name="connsiteY2" fmla="*/ 8444 h 19035"/>
              <a:gd name="connsiteX3" fmla="*/ 16310 w 16542"/>
              <a:gd name="connsiteY3" fmla="*/ 15216 h 19035"/>
              <a:gd name="connsiteX4" fmla="*/ 341 w 16542"/>
              <a:gd name="connsiteY4" fmla="*/ 15010 h 19035"/>
              <a:gd name="connsiteX5" fmla="*/ 208 w 16542"/>
              <a:gd name="connsiteY5" fmla="*/ 8501 h 19035"/>
              <a:gd name="connsiteX6" fmla="*/ 2103 w 16542"/>
              <a:gd name="connsiteY6" fmla="*/ 652 h 19035"/>
              <a:gd name="connsiteX0" fmla="*/ 2103 w 16542"/>
              <a:gd name="connsiteY0" fmla="*/ 975 h 19358"/>
              <a:gd name="connsiteX1" fmla="*/ 16335 w 16542"/>
              <a:gd name="connsiteY1" fmla="*/ 3275 h 19358"/>
              <a:gd name="connsiteX2" fmla="*/ 16542 w 16542"/>
              <a:gd name="connsiteY2" fmla="*/ 8767 h 19358"/>
              <a:gd name="connsiteX3" fmla="*/ 16310 w 16542"/>
              <a:gd name="connsiteY3" fmla="*/ 15539 h 19358"/>
              <a:gd name="connsiteX4" fmla="*/ 341 w 16542"/>
              <a:gd name="connsiteY4" fmla="*/ 15333 h 19358"/>
              <a:gd name="connsiteX5" fmla="*/ 208 w 16542"/>
              <a:gd name="connsiteY5" fmla="*/ 8824 h 19358"/>
              <a:gd name="connsiteX6" fmla="*/ 2103 w 16542"/>
              <a:gd name="connsiteY6" fmla="*/ 975 h 19358"/>
              <a:gd name="connsiteX0" fmla="*/ 1416 w 17460"/>
              <a:gd name="connsiteY0" fmla="*/ 1962 h 18369"/>
              <a:gd name="connsiteX1" fmla="*/ 17253 w 17460"/>
              <a:gd name="connsiteY1" fmla="*/ 2286 h 18369"/>
              <a:gd name="connsiteX2" fmla="*/ 17460 w 17460"/>
              <a:gd name="connsiteY2" fmla="*/ 7778 h 18369"/>
              <a:gd name="connsiteX3" fmla="*/ 17228 w 17460"/>
              <a:gd name="connsiteY3" fmla="*/ 14550 h 18369"/>
              <a:gd name="connsiteX4" fmla="*/ 1259 w 17460"/>
              <a:gd name="connsiteY4" fmla="*/ 14344 h 18369"/>
              <a:gd name="connsiteX5" fmla="*/ 1126 w 17460"/>
              <a:gd name="connsiteY5" fmla="*/ 7835 h 18369"/>
              <a:gd name="connsiteX6" fmla="*/ 1416 w 17460"/>
              <a:gd name="connsiteY6" fmla="*/ 1962 h 18369"/>
              <a:gd name="connsiteX0" fmla="*/ 299 w 16343"/>
              <a:gd name="connsiteY0" fmla="*/ 1962 h 18369"/>
              <a:gd name="connsiteX1" fmla="*/ 16136 w 16343"/>
              <a:gd name="connsiteY1" fmla="*/ 2286 h 18369"/>
              <a:gd name="connsiteX2" fmla="*/ 16343 w 16343"/>
              <a:gd name="connsiteY2" fmla="*/ 7778 h 18369"/>
              <a:gd name="connsiteX3" fmla="*/ 16111 w 16343"/>
              <a:gd name="connsiteY3" fmla="*/ 14550 h 18369"/>
              <a:gd name="connsiteX4" fmla="*/ 142 w 16343"/>
              <a:gd name="connsiteY4" fmla="*/ 14344 h 18369"/>
              <a:gd name="connsiteX5" fmla="*/ 9 w 16343"/>
              <a:gd name="connsiteY5" fmla="*/ 7835 h 18369"/>
              <a:gd name="connsiteX6" fmla="*/ 299 w 16343"/>
              <a:gd name="connsiteY6" fmla="*/ 1962 h 18369"/>
              <a:gd name="connsiteX0" fmla="*/ 193 w 16337"/>
              <a:gd name="connsiteY0" fmla="*/ 2015 h 18337"/>
              <a:gd name="connsiteX1" fmla="*/ 16130 w 16337"/>
              <a:gd name="connsiteY1" fmla="*/ 2254 h 18337"/>
              <a:gd name="connsiteX2" fmla="*/ 16337 w 16337"/>
              <a:gd name="connsiteY2" fmla="*/ 7746 h 18337"/>
              <a:gd name="connsiteX3" fmla="*/ 16105 w 16337"/>
              <a:gd name="connsiteY3" fmla="*/ 14518 h 18337"/>
              <a:gd name="connsiteX4" fmla="*/ 136 w 16337"/>
              <a:gd name="connsiteY4" fmla="*/ 14312 h 18337"/>
              <a:gd name="connsiteX5" fmla="*/ 3 w 16337"/>
              <a:gd name="connsiteY5" fmla="*/ 7803 h 18337"/>
              <a:gd name="connsiteX6" fmla="*/ 193 w 16337"/>
              <a:gd name="connsiteY6" fmla="*/ 2015 h 18337"/>
              <a:gd name="connsiteX0" fmla="*/ 193 w 16337"/>
              <a:gd name="connsiteY0" fmla="*/ 3648 h 19970"/>
              <a:gd name="connsiteX1" fmla="*/ 16130 w 16337"/>
              <a:gd name="connsiteY1" fmla="*/ 3887 h 19970"/>
              <a:gd name="connsiteX2" fmla="*/ 16337 w 16337"/>
              <a:gd name="connsiteY2" fmla="*/ 9379 h 19970"/>
              <a:gd name="connsiteX3" fmla="*/ 16105 w 16337"/>
              <a:gd name="connsiteY3" fmla="*/ 16151 h 19970"/>
              <a:gd name="connsiteX4" fmla="*/ 136 w 16337"/>
              <a:gd name="connsiteY4" fmla="*/ 15945 h 19970"/>
              <a:gd name="connsiteX5" fmla="*/ 3 w 16337"/>
              <a:gd name="connsiteY5" fmla="*/ 9436 h 19970"/>
              <a:gd name="connsiteX6" fmla="*/ 193 w 16337"/>
              <a:gd name="connsiteY6" fmla="*/ 3648 h 19970"/>
              <a:gd name="connsiteX0" fmla="*/ 193 w 16337"/>
              <a:gd name="connsiteY0" fmla="*/ 3714 h 20036"/>
              <a:gd name="connsiteX1" fmla="*/ 16130 w 16337"/>
              <a:gd name="connsiteY1" fmla="*/ 3953 h 20036"/>
              <a:gd name="connsiteX2" fmla="*/ 16337 w 16337"/>
              <a:gd name="connsiteY2" fmla="*/ 9445 h 20036"/>
              <a:gd name="connsiteX3" fmla="*/ 16105 w 16337"/>
              <a:gd name="connsiteY3" fmla="*/ 16217 h 20036"/>
              <a:gd name="connsiteX4" fmla="*/ 136 w 16337"/>
              <a:gd name="connsiteY4" fmla="*/ 16011 h 20036"/>
              <a:gd name="connsiteX5" fmla="*/ 3 w 16337"/>
              <a:gd name="connsiteY5" fmla="*/ 9502 h 20036"/>
              <a:gd name="connsiteX6" fmla="*/ 193 w 16337"/>
              <a:gd name="connsiteY6" fmla="*/ 3714 h 20036"/>
              <a:gd name="connsiteX0" fmla="*/ 223 w 16367"/>
              <a:gd name="connsiteY0" fmla="*/ 3714 h 20025"/>
              <a:gd name="connsiteX1" fmla="*/ 16160 w 16367"/>
              <a:gd name="connsiteY1" fmla="*/ 3953 h 20025"/>
              <a:gd name="connsiteX2" fmla="*/ 16367 w 16367"/>
              <a:gd name="connsiteY2" fmla="*/ 9445 h 20025"/>
              <a:gd name="connsiteX3" fmla="*/ 16135 w 16367"/>
              <a:gd name="connsiteY3" fmla="*/ 16217 h 20025"/>
              <a:gd name="connsiteX4" fmla="*/ 81 w 16367"/>
              <a:gd name="connsiteY4" fmla="*/ 15987 h 20025"/>
              <a:gd name="connsiteX5" fmla="*/ 33 w 16367"/>
              <a:gd name="connsiteY5" fmla="*/ 9502 h 20025"/>
              <a:gd name="connsiteX6" fmla="*/ 223 w 16367"/>
              <a:gd name="connsiteY6" fmla="*/ 3714 h 20025"/>
              <a:gd name="connsiteX0" fmla="*/ 194 w 16338"/>
              <a:gd name="connsiteY0" fmla="*/ 3714 h 20025"/>
              <a:gd name="connsiteX1" fmla="*/ 16131 w 16338"/>
              <a:gd name="connsiteY1" fmla="*/ 3953 h 20025"/>
              <a:gd name="connsiteX2" fmla="*/ 16338 w 16338"/>
              <a:gd name="connsiteY2" fmla="*/ 9445 h 20025"/>
              <a:gd name="connsiteX3" fmla="*/ 16106 w 16338"/>
              <a:gd name="connsiteY3" fmla="*/ 16217 h 20025"/>
              <a:gd name="connsiteX4" fmla="*/ 52 w 16338"/>
              <a:gd name="connsiteY4" fmla="*/ 15987 h 20025"/>
              <a:gd name="connsiteX5" fmla="*/ 4 w 16338"/>
              <a:gd name="connsiteY5" fmla="*/ 9502 h 20025"/>
              <a:gd name="connsiteX6" fmla="*/ 194 w 16338"/>
              <a:gd name="connsiteY6" fmla="*/ 3714 h 20025"/>
              <a:gd name="connsiteX0" fmla="*/ 154 w 16298"/>
              <a:gd name="connsiteY0" fmla="*/ 3714 h 20025"/>
              <a:gd name="connsiteX1" fmla="*/ 16091 w 16298"/>
              <a:gd name="connsiteY1" fmla="*/ 3953 h 20025"/>
              <a:gd name="connsiteX2" fmla="*/ 16298 w 16298"/>
              <a:gd name="connsiteY2" fmla="*/ 9445 h 20025"/>
              <a:gd name="connsiteX3" fmla="*/ 16066 w 16298"/>
              <a:gd name="connsiteY3" fmla="*/ 16217 h 20025"/>
              <a:gd name="connsiteX4" fmla="*/ 12 w 16298"/>
              <a:gd name="connsiteY4" fmla="*/ 15987 h 20025"/>
              <a:gd name="connsiteX5" fmla="*/ 6 w 16298"/>
              <a:gd name="connsiteY5" fmla="*/ 9502 h 20025"/>
              <a:gd name="connsiteX6" fmla="*/ 154 w 16298"/>
              <a:gd name="connsiteY6" fmla="*/ 3714 h 20025"/>
              <a:gd name="connsiteX0" fmla="*/ 154 w 16298"/>
              <a:gd name="connsiteY0" fmla="*/ 3714 h 20066"/>
              <a:gd name="connsiteX1" fmla="*/ 16091 w 16298"/>
              <a:gd name="connsiteY1" fmla="*/ 3953 h 20066"/>
              <a:gd name="connsiteX2" fmla="*/ 16298 w 16298"/>
              <a:gd name="connsiteY2" fmla="*/ 9445 h 20066"/>
              <a:gd name="connsiteX3" fmla="*/ 16066 w 16298"/>
              <a:gd name="connsiteY3" fmla="*/ 16289 h 20066"/>
              <a:gd name="connsiteX4" fmla="*/ 12 w 16298"/>
              <a:gd name="connsiteY4" fmla="*/ 15987 h 20066"/>
              <a:gd name="connsiteX5" fmla="*/ 6 w 16298"/>
              <a:gd name="connsiteY5" fmla="*/ 9502 h 20066"/>
              <a:gd name="connsiteX6" fmla="*/ 154 w 16298"/>
              <a:gd name="connsiteY6" fmla="*/ 3714 h 20066"/>
              <a:gd name="connsiteX0" fmla="*/ 154 w 16298"/>
              <a:gd name="connsiteY0" fmla="*/ 3714 h 20123"/>
              <a:gd name="connsiteX1" fmla="*/ 16091 w 16298"/>
              <a:gd name="connsiteY1" fmla="*/ 3953 h 20123"/>
              <a:gd name="connsiteX2" fmla="*/ 16298 w 16298"/>
              <a:gd name="connsiteY2" fmla="*/ 9445 h 20123"/>
              <a:gd name="connsiteX3" fmla="*/ 16066 w 16298"/>
              <a:gd name="connsiteY3" fmla="*/ 16289 h 20123"/>
              <a:gd name="connsiteX4" fmla="*/ 12 w 16298"/>
              <a:gd name="connsiteY4" fmla="*/ 15987 h 20123"/>
              <a:gd name="connsiteX5" fmla="*/ 6 w 16298"/>
              <a:gd name="connsiteY5" fmla="*/ 9502 h 20123"/>
              <a:gd name="connsiteX6" fmla="*/ 154 w 16298"/>
              <a:gd name="connsiteY6" fmla="*/ 3714 h 20123"/>
              <a:gd name="connsiteX0" fmla="*/ 154 w 16313"/>
              <a:gd name="connsiteY0" fmla="*/ 3714 h 20123"/>
              <a:gd name="connsiteX1" fmla="*/ 16091 w 16313"/>
              <a:gd name="connsiteY1" fmla="*/ 3953 h 20123"/>
              <a:gd name="connsiteX2" fmla="*/ 16298 w 16313"/>
              <a:gd name="connsiteY2" fmla="*/ 9445 h 20123"/>
              <a:gd name="connsiteX3" fmla="*/ 16193 w 16313"/>
              <a:gd name="connsiteY3" fmla="*/ 16289 h 20123"/>
              <a:gd name="connsiteX4" fmla="*/ 12 w 16313"/>
              <a:gd name="connsiteY4" fmla="*/ 15987 h 20123"/>
              <a:gd name="connsiteX5" fmla="*/ 6 w 16313"/>
              <a:gd name="connsiteY5" fmla="*/ 9502 h 20123"/>
              <a:gd name="connsiteX6" fmla="*/ 154 w 16313"/>
              <a:gd name="connsiteY6" fmla="*/ 3714 h 20123"/>
              <a:gd name="connsiteX0" fmla="*/ 154 w 16313"/>
              <a:gd name="connsiteY0" fmla="*/ 3714 h 20075"/>
              <a:gd name="connsiteX1" fmla="*/ 16091 w 16313"/>
              <a:gd name="connsiteY1" fmla="*/ 3953 h 20075"/>
              <a:gd name="connsiteX2" fmla="*/ 16298 w 16313"/>
              <a:gd name="connsiteY2" fmla="*/ 9445 h 20075"/>
              <a:gd name="connsiteX3" fmla="*/ 16193 w 16313"/>
              <a:gd name="connsiteY3" fmla="*/ 16289 h 20075"/>
              <a:gd name="connsiteX4" fmla="*/ 12 w 16313"/>
              <a:gd name="connsiteY4" fmla="*/ 15987 h 20075"/>
              <a:gd name="connsiteX5" fmla="*/ 6 w 16313"/>
              <a:gd name="connsiteY5" fmla="*/ 9502 h 20075"/>
              <a:gd name="connsiteX6" fmla="*/ 154 w 16313"/>
              <a:gd name="connsiteY6" fmla="*/ 3714 h 20075"/>
              <a:gd name="connsiteX0" fmla="*/ 154 w 16298"/>
              <a:gd name="connsiteY0" fmla="*/ 3714 h 20075"/>
              <a:gd name="connsiteX1" fmla="*/ 16091 w 16298"/>
              <a:gd name="connsiteY1" fmla="*/ 3953 h 20075"/>
              <a:gd name="connsiteX2" fmla="*/ 16298 w 16298"/>
              <a:gd name="connsiteY2" fmla="*/ 9445 h 20075"/>
              <a:gd name="connsiteX3" fmla="*/ 16193 w 16298"/>
              <a:gd name="connsiteY3" fmla="*/ 16289 h 20075"/>
              <a:gd name="connsiteX4" fmla="*/ 12 w 16298"/>
              <a:gd name="connsiteY4" fmla="*/ 15987 h 20075"/>
              <a:gd name="connsiteX5" fmla="*/ 6 w 16298"/>
              <a:gd name="connsiteY5" fmla="*/ 9502 h 20075"/>
              <a:gd name="connsiteX6" fmla="*/ 154 w 16298"/>
              <a:gd name="connsiteY6" fmla="*/ 3714 h 20075"/>
              <a:gd name="connsiteX0" fmla="*/ 154 w 16300"/>
              <a:gd name="connsiteY0" fmla="*/ 3714 h 20075"/>
              <a:gd name="connsiteX1" fmla="*/ 16091 w 16300"/>
              <a:gd name="connsiteY1" fmla="*/ 3953 h 20075"/>
              <a:gd name="connsiteX2" fmla="*/ 16298 w 16300"/>
              <a:gd name="connsiteY2" fmla="*/ 9445 h 20075"/>
              <a:gd name="connsiteX3" fmla="*/ 16193 w 16300"/>
              <a:gd name="connsiteY3" fmla="*/ 16289 h 20075"/>
              <a:gd name="connsiteX4" fmla="*/ 12 w 16300"/>
              <a:gd name="connsiteY4" fmla="*/ 15987 h 20075"/>
              <a:gd name="connsiteX5" fmla="*/ 6 w 16300"/>
              <a:gd name="connsiteY5" fmla="*/ 9502 h 20075"/>
              <a:gd name="connsiteX6" fmla="*/ 154 w 16300"/>
              <a:gd name="connsiteY6" fmla="*/ 3714 h 20075"/>
              <a:gd name="connsiteX0" fmla="*/ 154 w 16221"/>
              <a:gd name="connsiteY0" fmla="*/ 3714 h 20075"/>
              <a:gd name="connsiteX1" fmla="*/ 16091 w 16221"/>
              <a:gd name="connsiteY1" fmla="*/ 3953 h 20075"/>
              <a:gd name="connsiteX2" fmla="*/ 16213 w 16221"/>
              <a:gd name="connsiteY2" fmla="*/ 9349 h 20075"/>
              <a:gd name="connsiteX3" fmla="*/ 16193 w 16221"/>
              <a:gd name="connsiteY3" fmla="*/ 16289 h 20075"/>
              <a:gd name="connsiteX4" fmla="*/ 12 w 16221"/>
              <a:gd name="connsiteY4" fmla="*/ 15987 h 20075"/>
              <a:gd name="connsiteX5" fmla="*/ 6 w 16221"/>
              <a:gd name="connsiteY5" fmla="*/ 9502 h 20075"/>
              <a:gd name="connsiteX6" fmla="*/ 154 w 16221"/>
              <a:gd name="connsiteY6" fmla="*/ 3714 h 20075"/>
              <a:gd name="connsiteX0" fmla="*/ 154 w 16218"/>
              <a:gd name="connsiteY0" fmla="*/ 3674 h 20035"/>
              <a:gd name="connsiteX1" fmla="*/ 16133 w 16218"/>
              <a:gd name="connsiteY1" fmla="*/ 4009 h 20035"/>
              <a:gd name="connsiteX2" fmla="*/ 16213 w 16218"/>
              <a:gd name="connsiteY2" fmla="*/ 9309 h 20035"/>
              <a:gd name="connsiteX3" fmla="*/ 16193 w 16218"/>
              <a:gd name="connsiteY3" fmla="*/ 16249 h 20035"/>
              <a:gd name="connsiteX4" fmla="*/ 12 w 16218"/>
              <a:gd name="connsiteY4" fmla="*/ 15947 h 20035"/>
              <a:gd name="connsiteX5" fmla="*/ 6 w 16218"/>
              <a:gd name="connsiteY5" fmla="*/ 9462 h 20035"/>
              <a:gd name="connsiteX6" fmla="*/ 154 w 16218"/>
              <a:gd name="connsiteY6" fmla="*/ 3674 h 20035"/>
              <a:gd name="connsiteX0" fmla="*/ 154 w 16223"/>
              <a:gd name="connsiteY0" fmla="*/ 3683 h 20044"/>
              <a:gd name="connsiteX1" fmla="*/ 16218 w 16223"/>
              <a:gd name="connsiteY1" fmla="*/ 3994 h 20044"/>
              <a:gd name="connsiteX2" fmla="*/ 16213 w 16223"/>
              <a:gd name="connsiteY2" fmla="*/ 9318 h 20044"/>
              <a:gd name="connsiteX3" fmla="*/ 16193 w 16223"/>
              <a:gd name="connsiteY3" fmla="*/ 16258 h 20044"/>
              <a:gd name="connsiteX4" fmla="*/ 12 w 16223"/>
              <a:gd name="connsiteY4" fmla="*/ 15956 h 20044"/>
              <a:gd name="connsiteX5" fmla="*/ 6 w 16223"/>
              <a:gd name="connsiteY5" fmla="*/ 9471 h 20044"/>
              <a:gd name="connsiteX6" fmla="*/ 154 w 16223"/>
              <a:gd name="connsiteY6" fmla="*/ 3683 h 20044"/>
              <a:gd name="connsiteX0" fmla="*/ 154 w 16279"/>
              <a:gd name="connsiteY0" fmla="*/ 3683 h 20044"/>
              <a:gd name="connsiteX1" fmla="*/ 16218 w 16279"/>
              <a:gd name="connsiteY1" fmla="*/ 3994 h 20044"/>
              <a:gd name="connsiteX2" fmla="*/ 16213 w 16279"/>
              <a:gd name="connsiteY2" fmla="*/ 9318 h 20044"/>
              <a:gd name="connsiteX3" fmla="*/ 16193 w 16279"/>
              <a:gd name="connsiteY3" fmla="*/ 16258 h 20044"/>
              <a:gd name="connsiteX4" fmla="*/ 12 w 16279"/>
              <a:gd name="connsiteY4" fmla="*/ 15956 h 20044"/>
              <a:gd name="connsiteX5" fmla="*/ 6 w 16279"/>
              <a:gd name="connsiteY5" fmla="*/ 9471 h 20044"/>
              <a:gd name="connsiteX6" fmla="*/ 154 w 16279"/>
              <a:gd name="connsiteY6" fmla="*/ 3683 h 20044"/>
              <a:gd name="connsiteX0" fmla="*/ 154 w 16223"/>
              <a:gd name="connsiteY0" fmla="*/ 3683 h 20044"/>
              <a:gd name="connsiteX1" fmla="*/ 16218 w 16223"/>
              <a:gd name="connsiteY1" fmla="*/ 3994 h 20044"/>
              <a:gd name="connsiteX2" fmla="*/ 16213 w 16223"/>
              <a:gd name="connsiteY2" fmla="*/ 9318 h 20044"/>
              <a:gd name="connsiteX3" fmla="*/ 16193 w 16223"/>
              <a:gd name="connsiteY3" fmla="*/ 16258 h 20044"/>
              <a:gd name="connsiteX4" fmla="*/ 12 w 16223"/>
              <a:gd name="connsiteY4" fmla="*/ 15956 h 20044"/>
              <a:gd name="connsiteX5" fmla="*/ 6 w 16223"/>
              <a:gd name="connsiteY5" fmla="*/ 9471 h 20044"/>
              <a:gd name="connsiteX6" fmla="*/ 154 w 16223"/>
              <a:gd name="connsiteY6" fmla="*/ 3683 h 20044"/>
              <a:gd name="connsiteX0" fmla="*/ 154 w 16242"/>
              <a:gd name="connsiteY0" fmla="*/ 3683 h 20044"/>
              <a:gd name="connsiteX1" fmla="*/ 16218 w 16242"/>
              <a:gd name="connsiteY1" fmla="*/ 3994 h 20044"/>
              <a:gd name="connsiteX2" fmla="*/ 16213 w 16242"/>
              <a:gd name="connsiteY2" fmla="*/ 9318 h 20044"/>
              <a:gd name="connsiteX3" fmla="*/ 16193 w 16242"/>
              <a:gd name="connsiteY3" fmla="*/ 16258 h 20044"/>
              <a:gd name="connsiteX4" fmla="*/ 12 w 16242"/>
              <a:gd name="connsiteY4" fmla="*/ 15956 h 20044"/>
              <a:gd name="connsiteX5" fmla="*/ 6 w 16242"/>
              <a:gd name="connsiteY5" fmla="*/ 9471 h 20044"/>
              <a:gd name="connsiteX6" fmla="*/ 154 w 16242"/>
              <a:gd name="connsiteY6" fmla="*/ 3683 h 20044"/>
              <a:gd name="connsiteX0" fmla="*/ 109 w 16239"/>
              <a:gd name="connsiteY0" fmla="*/ 3704 h 20017"/>
              <a:gd name="connsiteX1" fmla="*/ 16215 w 16239"/>
              <a:gd name="connsiteY1" fmla="*/ 3967 h 20017"/>
              <a:gd name="connsiteX2" fmla="*/ 16210 w 16239"/>
              <a:gd name="connsiteY2" fmla="*/ 9291 h 20017"/>
              <a:gd name="connsiteX3" fmla="*/ 16190 w 16239"/>
              <a:gd name="connsiteY3" fmla="*/ 16231 h 20017"/>
              <a:gd name="connsiteX4" fmla="*/ 9 w 16239"/>
              <a:gd name="connsiteY4" fmla="*/ 15929 h 20017"/>
              <a:gd name="connsiteX5" fmla="*/ 3 w 16239"/>
              <a:gd name="connsiteY5" fmla="*/ 9444 h 20017"/>
              <a:gd name="connsiteX6" fmla="*/ 109 w 16239"/>
              <a:gd name="connsiteY6" fmla="*/ 3704 h 20017"/>
              <a:gd name="connsiteX0" fmla="*/ 109 w 16239"/>
              <a:gd name="connsiteY0" fmla="*/ 3801 h 20114"/>
              <a:gd name="connsiteX1" fmla="*/ 16215 w 16239"/>
              <a:gd name="connsiteY1" fmla="*/ 4064 h 20114"/>
              <a:gd name="connsiteX2" fmla="*/ 16210 w 16239"/>
              <a:gd name="connsiteY2" fmla="*/ 9388 h 20114"/>
              <a:gd name="connsiteX3" fmla="*/ 16190 w 16239"/>
              <a:gd name="connsiteY3" fmla="*/ 16328 h 20114"/>
              <a:gd name="connsiteX4" fmla="*/ 9 w 16239"/>
              <a:gd name="connsiteY4" fmla="*/ 16026 h 20114"/>
              <a:gd name="connsiteX5" fmla="*/ 3 w 16239"/>
              <a:gd name="connsiteY5" fmla="*/ 9541 h 20114"/>
              <a:gd name="connsiteX6" fmla="*/ 109 w 16239"/>
              <a:gd name="connsiteY6" fmla="*/ 3801 h 20114"/>
              <a:gd name="connsiteX0" fmla="*/ 109 w 16239"/>
              <a:gd name="connsiteY0" fmla="*/ 3865 h 20178"/>
              <a:gd name="connsiteX1" fmla="*/ 16215 w 16239"/>
              <a:gd name="connsiteY1" fmla="*/ 4128 h 20178"/>
              <a:gd name="connsiteX2" fmla="*/ 16210 w 16239"/>
              <a:gd name="connsiteY2" fmla="*/ 9452 h 20178"/>
              <a:gd name="connsiteX3" fmla="*/ 16190 w 16239"/>
              <a:gd name="connsiteY3" fmla="*/ 16392 h 20178"/>
              <a:gd name="connsiteX4" fmla="*/ 9 w 16239"/>
              <a:gd name="connsiteY4" fmla="*/ 16090 h 20178"/>
              <a:gd name="connsiteX5" fmla="*/ 3 w 16239"/>
              <a:gd name="connsiteY5" fmla="*/ 9605 h 20178"/>
              <a:gd name="connsiteX6" fmla="*/ 109 w 16239"/>
              <a:gd name="connsiteY6" fmla="*/ 3865 h 20178"/>
              <a:gd name="connsiteX0" fmla="*/ 109 w 16239"/>
              <a:gd name="connsiteY0" fmla="*/ 3865 h 20178"/>
              <a:gd name="connsiteX1" fmla="*/ 16215 w 16239"/>
              <a:gd name="connsiteY1" fmla="*/ 4128 h 20178"/>
              <a:gd name="connsiteX2" fmla="*/ 16210 w 16239"/>
              <a:gd name="connsiteY2" fmla="*/ 9452 h 20178"/>
              <a:gd name="connsiteX3" fmla="*/ 16190 w 16239"/>
              <a:gd name="connsiteY3" fmla="*/ 16392 h 20178"/>
              <a:gd name="connsiteX4" fmla="*/ 9 w 16239"/>
              <a:gd name="connsiteY4" fmla="*/ 16090 h 20178"/>
              <a:gd name="connsiteX5" fmla="*/ 3 w 16239"/>
              <a:gd name="connsiteY5" fmla="*/ 9605 h 20178"/>
              <a:gd name="connsiteX6" fmla="*/ 109 w 16239"/>
              <a:gd name="connsiteY6" fmla="*/ 3865 h 20178"/>
              <a:gd name="connsiteX0" fmla="*/ 109 w 16239"/>
              <a:gd name="connsiteY0" fmla="*/ 3778 h 20091"/>
              <a:gd name="connsiteX1" fmla="*/ 16215 w 16239"/>
              <a:gd name="connsiteY1" fmla="*/ 4041 h 20091"/>
              <a:gd name="connsiteX2" fmla="*/ 16210 w 16239"/>
              <a:gd name="connsiteY2" fmla="*/ 9365 h 20091"/>
              <a:gd name="connsiteX3" fmla="*/ 16190 w 16239"/>
              <a:gd name="connsiteY3" fmla="*/ 16305 h 20091"/>
              <a:gd name="connsiteX4" fmla="*/ 9 w 16239"/>
              <a:gd name="connsiteY4" fmla="*/ 16003 h 20091"/>
              <a:gd name="connsiteX5" fmla="*/ 3 w 16239"/>
              <a:gd name="connsiteY5" fmla="*/ 9518 h 20091"/>
              <a:gd name="connsiteX6" fmla="*/ 109 w 16239"/>
              <a:gd name="connsiteY6" fmla="*/ 3778 h 20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239" h="20091">
                <a:moveTo>
                  <a:pt x="109" y="3778"/>
                </a:moveTo>
                <a:cubicBezTo>
                  <a:pt x="2848" y="-2093"/>
                  <a:pt x="15572" y="-424"/>
                  <a:pt x="16215" y="4041"/>
                </a:cubicBezTo>
                <a:cubicBezTo>
                  <a:pt x="16270" y="5978"/>
                  <a:pt x="16214" y="7321"/>
                  <a:pt x="16210" y="9365"/>
                </a:cubicBezTo>
                <a:cubicBezTo>
                  <a:pt x="16206" y="11409"/>
                  <a:pt x="16217" y="14139"/>
                  <a:pt x="16190" y="16305"/>
                </a:cubicBezTo>
                <a:cubicBezTo>
                  <a:pt x="13715" y="21954"/>
                  <a:pt x="952" y="20805"/>
                  <a:pt x="9" y="16003"/>
                </a:cubicBezTo>
                <a:cubicBezTo>
                  <a:pt x="49" y="12835"/>
                  <a:pt x="-14" y="11555"/>
                  <a:pt x="3" y="9518"/>
                </a:cubicBezTo>
                <a:cubicBezTo>
                  <a:pt x="20" y="7481"/>
                  <a:pt x="-54" y="5905"/>
                  <a:pt x="109" y="3778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31" name="Content Placeholder 30">
            <a:extLst>
              <a:ext uri="{FF2B5EF4-FFF2-40B4-BE49-F238E27FC236}">
                <a16:creationId xmlns:a16="http://schemas.microsoft.com/office/drawing/2014/main" id="{93135A5B-27A1-4FC3-BC4C-27FCC3A45BE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661276" y="2692400"/>
            <a:ext cx="3208854" cy="3575050"/>
          </a:xfrm>
          <a:prstGeom prst="rect">
            <a:avLst/>
          </a:prstGeom>
        </p:spPr>
        <p:txBody>
          <a:bodyPr/>
          <a:lstStyle>
            <a:lvl1pPr marL="228600" indent="-228600" algn="just" rtl="1">
              <a:lnSpc>
                <a:spcPct val="150000"/>
              </a:lnSpc>
              <a:buClr>
                <a:srgbClr val="4472C4"/>
              </a:buClr>
              <a:buFont typeface="Wingdings 3" panose="05040102010807070707" pitchFamily="18" charset="2"/>
              <a:buChar char="³"/>
              <a:defRPr sz="2000">
                <a:solidFill>
                  <a:srgbClr val="24497D"/>
                </a:solidFill>
              </a:defRPr>
            </a:lvl1pPr>
            <a:lvl2pPr marL="685800" indent="-228600" algn="just" rtl="1">
              <a:lnSpc>
                <a:spcPct val="150000"/>
              </a:lnSpc>
              <a:buClr>
                <a:srgbClr val="4472C4"/>
              </a:buClr>
              <a:buFont typeface="Wingdings 3" panose="05040102010807070707" pitchFamily="18" charset="2"/>
              <a:buChar char="³"/>
              <a:defRPr sz="1800">
                <a:solidFill>
                  <a:srgbClr val="24497D"/>
                </a:solidFill>
              </a:defRPr>
            </a:lvl2pPr>
            <a:lvl3pPr marL="1143000" indent="-228600" algn="just" rtl="1">
              <a:lnSpc>
                <a:spcPct val="150000"/>
              </a:lnSpc>
              <a:buClr>
                <a:srgbClr val="4472C4"/>
              </a:buClr>
              <a:buFont typeface="Wingdings 3" panose="05040102010807070707" pitchFamily="18" charset="2"/>
              <a:buChar char="³"/>
              <a:defRPr sz="1600">
                <a:solidFill>
                  <a:srgbClr val="24497D"/>
                </a:solidFill>
              </a:defRPr>
            </a:lvl3pPr>
            <a:lvl4pPr marL="1600200" indent="-228600" algn="just" rtl="1">
              <a:lnSpc>
                <a:spcPct val="150000"/>
              </a:lnSpc>
              <a:buClr>
                <a:srgbClr val="4472C4"/>
              </a:buClr>
              <a:buFont typeface="Wingdings 3" panose="05040102010807070707" pitchFamily="18" charset="2"/>
              <a:buChar char="³"/>
              <a:defRPr sz="1400">
                <a:solidFill>
                  <a:srgbClr val="24497D"/>
                </a:solidFill>
              </a:defRPr>
            </a:lvl4pPr>
            <a:lvl5pPr marL="2057400" indent="-228600" algn="just" rtl="1">
              <a:lnSpc>
                <a:spcPct val="150000"/>
              </a:lnSpc>
              <a:buClr>
                <a:srgbClr val="4472C4"/>
              </a:buClr>
              <a:buFont typeface="Wingdings 3" panose="05040102010807070707" pitchFamily="18" charset="2"/>
              <a:buChar char="³"/>
              <a:defRPr sz="1400">
                <a:solidFill>
                  <a:srgbClr val="24497D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9482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0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5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1000"/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0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1000"/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0" dur="indefinite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1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10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4" fill="hold" nodeType="after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10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4" fill="hold" nodeType="after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10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4" fill="hold" nodeType="after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10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4" fill="hold" nodeType="after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10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0C8CA26-8B53-48B8-8E09-B306BED19206}"/>
              </a:ext>
            </a:extLst>
          </p:cNvPr>
          <p:cNvSpPr/>
          <p:nvPr userDrawn="1"/>
        </p:nvSpPr>
        <p:spPr>
          <a:xfrm rot="2377845">
            <a:off x="72624" y="6290973"/>
            <a:ext cx="486137" cy="486137"/>
          </a:xfrm>
          <a:prstGeom prst="round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4F14B1C3-B821-4C34-99DC-69FD45BDEEED}"/>
              </a:ext>
            </a:extLst>
          </p:cNvPr>
          <p:cNvSpPr txBox="1">
            <a:spLocks/>
          </p:cNvSpPr>
          <p:nvPr userDrawn="1"/>
        </p:nvSpPr>
        <p:spPr>
          <a:xfrm>
            <a:off x="-39430" y="6319456"/>
            <a:ext cx="672075" cy="365125"/>
          </a:xfrm>
          <a:prstGeom prst="rect">
            <a:avLst/>
          </a:prstGeom>
        </p:spPr>
        <p:txBody>
          <a:bodyPr vert="horz" lIns="109728" tIns="54864" rIns="109728" bIns="54864" rtlCol="0" anchor="ctr"/>
          <a:lstStyle>
            <a:defPPr>
              <a:defRPr lang="en-US"/>
            </a:defPPr>
            <a:lvl1pPr marL="0" algn="r" defTabSz="914400" rtl="0" eaLnBrk="1" latinLnBrk="0" hangingPunct="1">
              <a:defRPr sz="1400" b="1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fld id="{0E760641-5D52-4AE6-96E4-4F14284AE9FD}" type="slidenum">
              <a:rPr lang="en-US" sz="1920" b="1" smtClean="0">
                <a:solidFill>
                  <a:schemeClr val="bg1"/>
                </a:solidFill>
                <a:latin typeface="Times New Roman" pitchFamily="34" charset="-78"/>
                <a:cs typeface="Times New Roman" pitchFamily="34" charset="-78"/>
              </a:rPr>
              <a:pPr algn="ctr" rtl="1"/>
              <a:t>‹#›</a:t>
            </a:fld>
            <a:endParaRPr lang="en-US" sz="1920" b="1" dirty="0">
              <a:solidFill>
                <a:schemeClr val="bg1"/>
              </a:solidFill>
              <a:latin typeface="Times New Roman" pitchFamily="34" charset="-78"/>
              <a:cs typeface="Times New Roman" pitchFamily="34" charset="-78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AFB6CCB-5873-48D2-B1ED-A5D6F6C9897A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6858000"/>
            <a:ext cx="12191999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B6893C55-55EC-4C47-B983-A53696339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1965" y="2648899"/>
            <a:ext cx="6192152" cy="846141"/>
          </a:xfrm>
          <a:prstGeom prst="rect">
            <a:avLst/>
          </a:prstGeom>
        </p:spPr>
        <p:txBody>
          <a:bodyPr anchor="ctr"/>
          <a:lstStyle>
            <a:lvl1pPr marL="342900" indent="-342900" algn="ctr" rtl="1">
              <a:lnSpc>
                <a:spcPct val="100000"/>
              </a:lnSpc>
              <a:buFont typeface="Courier New" panose="02070309020205020404" pitchFamily="49" charset="0"/>
              <a:buChar char="o"/>
              <a:defRPr sz="24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7" name="Flowchart: Alternate Process 26">
            <a:extLst>
              <a:ext uri="{FF2B5EF4-FFF2-40B4-BE49-F238E27FC236}">
                <a16:creationId xmlns:a16="http://schemas.microsoft.com/office/drawing/2014/main" id="{B746B41E-2915-42D6-BB74-4B229B176DC6}"/>
              </a:ext>
            </a:extLst>
          </p:cNvPr>
          <p:cNvSpPr/>
          <p:nvPr/>
        </p:nvSpPr>
        <p:spPr>
          <a:xfrm>
            <a:off x="3051965" y="427833"/>
            <a:ext cx="6192152" cy="2082796"/>
          </a:xfrm>
          <a:prstGeom prst="flowChartAlternateProcess">
            <a:avLst/>
          </a:prstGeom>
          <a:noFill/>
          <a:ln w="127000" cap="flat">
            <a:solidFill>
              <a:srgbClr val="24497D"/>
            </a:solidFill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sp>
        <p:nvSpPr>
          <p:cNvPr id="29" name="Picture Placeholder 1">
            <a:extLst>
              <a:ext uri="{FF2B5EF4-FFF2-40B4-BE49-F238E27FC236}">
                <a16:creationId xmlns:a16="http://schemas.microsoft.com/office/drawing/2014/main" id="{5A76430F-4873-446F-81AC-C96F58D4015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281680" y="632143"/>
            <a:ext cx="5732723" cy="1674177"/>
          </a:xfrm>
          <a:prstGeom prst="flowChartAlternateProcess">
            <a:avLst/>
          </a:pr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31" name="Content Placeholder 30">
            <a:extLst>
              <a:ext uri="{FF2B5EF4-FFF2-40B4-BE49-F238E27FC236}">
                <a16:creationId xmlns:a16="http://schemas.microsoft.com/office/drawing/2014/main" id="{93135A5B-27A1-4FC3-BC4C-27FCC3A45BE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2646" y="3596577"/>
            <a:ext cx="9474915" cy="2722879"/>
          </a:xfrm>
          <a:prstGeom prst="rect">
            <a:avLst/>
          </a:prstGeom>
        </p:spPr>
        <p:txBody>
          <a:bodyPr/>
          <a:lstStyle>
            <a:lvl1pPr marL="228600" indent="-228600" algn="just" rtl="1">
              <a:lnSpc>
                <a:spcPct val="150000"/>
              </a:lnSpc>
              <a:buClr>
                <a:srgbClr val="4472C4"/>
              </a:buClr>
              <a:buFont typeface="Wingdings 3" panose="05040102010807070707" pitchFamily="18" charset="2"/>
              <a:buChar char="³"/>
              <a:defRPr sz="2000">
                <a:solidFill>
                  <a:srgbClr val="24497D"/>
                </a:solidFill>
              </a:defRPr>
            </a:lvl1pPr>
            <a:lvl2pPr marL="685800" indent="-228600" algn="just" rtl="1">
              <a:lnSpc>
                <a:spcPct val="150000"/>
              </a:lnSpc>
              <a:buClr>
                <a:srgbClr val="4472C4"/>
              </a:buClr>
              <a:buFont typeface="Wingdings 3" panose="05040102010807070707" pitchFamily="18" charset="2"/>
              <a:buChar char="³"/>
              <a:defRPr sz="1800">
                <a:solidFill>
                  <a:srgbClr val="24497D"/>
                </a:solidFill>
              </a:defRPr>
            </a:lvl2pPr>
            <a:lvl3pPr marL="1143000" indent="-228600" algn="just" rtl="1">
              <a:lnSpc>
                <a:spcPct val="150000"/>
              </a:lnSpc>
              <a:buClr>
                <a:srgbClr val="4472C4"/>
              </a:buClr>
              <a:buFont typeface="Wingdings 3" panose="05040102010807070707" pitchFamily="18" charset="2"/>
              <a:buChar char="³"/>
              <a:defRPr sz="1600">
                <a:solidFill>
                  <a:srgbClr val="24497D"/>
                </a:solidFill>
              </a:defRPr>
            </a:lvl3pPr>
            <a:lvl4pPr marL="1600200" indent="-228600" algn="just" rtl="1">
              <a:lnSpc>
                <a:spcPct val="150000"/>
              </a:lnSpc>
              <a:buClr>
                <a:srgbClr val="4472C4"/>
              </a:buClr>
              <a:buFont typeface="Wingdings 3" panose="05040102010807070707" pitchFamily="18" charset="2"/>
              <a:buChar char="³"/>
              <a:defRPr sz="1400">
                <a:solidFill>
                  <a:srgbClr val="24497D"/>
                </a:solidFill>
              </a:defRPr>
            </a:lvl4pPr>
            <a:lvl5pPr marL="2057400" indent="-228600" algn="just" rtl="1">
              <a:lnSpc>
                <a:spcPct val="150000"/>
              </a:lnSpc>
              <a:buClr>
                <a:srgbClr val="4472C4"/>
              </a:buClr>
              <a:buFont typeface="Wingdings 3" panose="05040102010807070707" pitchFamily="18" charset="2"/>
              <a:buChar char="³"/>
              <a:defRPr sz="1400">
                <a:solidFill>
                  <a:srgbClr val="24497D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5117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10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000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1000"/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5" dur="indefinite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1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10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4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10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4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10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4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10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4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10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C3F76ACA-E607-4650-962D-7F31F1E6FE73}"/>
              </a:ext>
            </a:extLst>
          </p:cNvPr>
          <p:cNvSpPr/>
          <p:nvPr userDrawn="1"/>
        </p:nvSpPr>
        <p:spPr>
          <a:xfrm rot="2377845">
            <a:off x="72624" y="6290973"/>
            <a:ext cx="486137" cy="486137"/>
          </a:xfrm>
          <a:prstGeom prst="round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Slide Number Placeholder 4">
            <a:extLst>
              <a:ext uri="{FF2B5EF4-FFF2-40B4-BE49-F238E27FC236}">
                <a16:creationId xmlns:a16="http://schemas.microsoft.com/office/drawing/2014/main" id="{88EA5E03-3330-49DF-AB8A-F6D9E7703EB6}"/>
              </a:ext>
            </a:extLst>
          </p:cNvPr>
          <p:cNvSpPr txBox="1">
            <a:spLocks/>
          </p:cNvSpPr>
          <p:nvPr userDrawn="1"/>
        </p:nvSpPr>
        <p:spPr>
          <a:xfrm>
            <a:off x="-39430" y="6319456"/>
            <a:ext cx="672075" cy="365125"/>
          </a:xfrm>
          <a:prstGeom prst="rect">
            <a:avLst/>
          </a:prstGeom>
        </p:spPr>
        <p:txBody>
          <a:bodyPr vert="horz" lIns="109728" tIns="54864" rIns="109728" bIns="54864" rtlCol="0" anchor="ctr"/>
          <a:lstStyle>
            <a:defPPr>
              <a:defRPr lang="en-US"/>
            </a:defPPr>
            <a:lvl1pPr marL="0" algn="r" defTabSz="914400" rtl="0" eaLnBrk="1" latinLnBrk="0" hangingPunct="1">
              <a:defRPr sz="1400" b="1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fld id="{0E760641-5D52-4AE6-96E4-4F14284AE9FD}" type="slidenum">
              <a:rPr lang="en-US" sz="1920" b="1" smtClean="0">
                <a:solidFill>
                  <a:schemeClr val="bg1"/>
                </a:solidFill>
                <a:latin typeface="Times New Roman" pitchFamily="34" charset="-78"/>
                <a:cs typeface="Times New Roman" pitchFamily="34" charset="-78"/>
              </a:rPr>
              <a:pPr algn="ctr" rtl="1"/>
              <a:t>‹#›</a:t>
            </a:fld>
            <a:endParaRPr lang="en-US" sz="1920" b="1" dirty="0">
              <a:solidFill>
                <a:schemeClr val="bg1"/>
              </a:solidFill>
              <a:latin typeface="Times New Roman" pitchFamily="34" charset="-78"/>
              <a:cs typeface="Times New Roman" pitchFamily="34" charset="-78"/>
            </a:endParaRP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AF796127-2053-4D98-806D-4A595BAD62AD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6858000"/>
            <a:ext cx="12191999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B2D594-0974-4C6E-BEFE-BC3CAA324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8896"/>
            <a:ext cx="9567441" cy="891252"/>
          </a:xfrm>
          <a:prstGeom prst="rect">
            <a:avLst/>
          </a:prstGeom>
        </p:spPr>
        <p:txBody>
          <a:bodyPr anchor="ctr"/>
          <a:lstStyle>
            <a:lvl1pPr algn="r" rtl="1">
              <a:defRPr sz="240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3AFDDFD-A397-4B8E-BFA1-F940CEDAF99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181099"/>
            <a:ext cx="9567863" cy="5138349"/>
          </a:xfrm>
          <a:prstGeom prst="rect">
            <a:avLst/>
          </a:prstGeom>
        </p:spPr>
        <p:txBody>
          <a:bodyPr/>
          <a:lstStyle>
            <a:lvl1pPr algn="r" rtl="1">
              <a:defRPr sz="2000">
                <a:solidFill>
                  <a:srgbClr val="003964"/>
                </a:solidFill>
              </a:defRPr>
            </a:lvl1pPr>
            <a:lvl2pPr algn="r" rtl="1">
              <a:defRPr sz="1800">
                <a:solidFill>
                  <a:srgbClr val="003964"/>
                </a:solidFill>
              </a:defRPr>
            </a:lvl2pPr>
            <a:lvl3pPr algn="r" rtl="1">
              <a:defRPr sz="1600">
                <a:solidFill>
                  <a:srgbClr val="003964"/>
                </a:solidFill>
              </a:defRPr>
            </a:lvl3pPr>
            <a:lvl4pPr algn="r" rtl="1">
              <a:defRPr sz="1400">
                <a:solidFill>
                  <a:srgbClr val="003964"/>
                </a:solidFill>
              </a:defRPr>
            </a:lvl4pPr>
            <a:lvl5pPr algn="r" rtl="1">
              <a:defRPr sz="1400">
                <a:solidFill>
                  <a:srgbClr val="00396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098B9AC-6DBB-4DAB-B8F5-15EBFB9B2433}"/>
              </a:ext>
            </a:extLst>
          </p:cNvPr>
          <p:cNvCxnSpPr/>
          <p:nvPr userDrawn="1"/>
        </p:nvCxnSpPr>
        <p:spPr>
          <a:xfrm flipH="1">
            <a:off x="7268547" y="1030148"/>
            <a:ext cx="3170886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D983C3E3-A5C4-4B77-92BF-5FB584AD7E3A}"/>
              </a:ext>
            </a:extLst>
          </p:cNvPr>
          <p:cNvGrpSpPr/>
          <p:nvPr userDrawn="1"/>
        </p:nvGrpSpPr>
        <p:grpSpPr>
          <a:xfrm>
            <a:off x="0" y="-9842"/>
            <a:ext cx="12210196" cy="76517"/>
            <a:chOff x="0" y="5148617"/>
            <a:chExt cx="9157647" cy="604483"/>
          </a:xfrm>
        </p:grpSpPr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94DFF4CA-C742-4769-BCD3-514B66648592}"/>
                </a:ext>
              </a:extLst>
            </p:cNvPr>
            <p:cNvSpPr/>
            <p:nvPr userDrawn="1"/>
          </p:nvSpPr>
          <p:spPr>
            <a:xfrm>
              <a:off x="4495800" y="5148617"/>
              <a:ext cx="4661847" cy="604483"/>
            </a:xfrm>
            <a:custGeom>
              <a:avLst/>
              <a:gdLst>
                <a:gd name="connsiteX0" fmla="*/ 0 w 4571999"/>
                <a:gd name="connsiteY0" fmla="*/ 0 h 495296"/>
                <a:gd name="connsiteX1" fmla="*/ 4571999 w 4571999"/>
                <a:gd name="connsiteY1" fmla="*/ 0 h 495296"/>
                <a:gd name="connsiteX2" fmla="*/ 4571999 w 4571999"/>
                <a:gd name="connsiteY2" fmla="*/ 495296 h 495296"/>
                <a:gd name="connsiteX3" fmla="*/ 0 w 4571999"/>
                <a:gd name="connsiteY3" fmla="*/ 495296 h 495296"/>
                <a:gd name="connsiteX4" fmla="*/ 0 w 4571999"/>
                <a:gd name="connsiteY4" fmla="*/ 0 h 495296"/>
                <a:gd name="connsiteX0" fmla="*/ 272955 w 4571999"/>
                <a:gd name="connsiteY0" fmla="*/ 0 h 590831"/>
                <a:gd name="connsiteX1" fmla="*/ 4571999 w 4571999"/>
                <a:gd name="connsiteY1" fmla="*/ 95535 h 590831"/>
                <a:gd name="connsiteX2" fmla="*/ 4571999 w 4571999"/>
                <a:gd name="connsiteY2" fmla="*/ 590831 h 590831"/>
                <a:gd name="connsiteX3" fmla="*/ 0 w 4571999"/>
                <a:gd name="connsiteY3" fmla="*/ 590831 h 590831"/>
                <a:gd name="connsiteX4" fmla="*/ 272955 w 4571999"/>
                <a:gd name="connsiteY4" fmla="*/ 0 h 590831"/>
                <a:gd name="connsiteX0" fmla="*/ 272955 w 4585647"/>
                <a:gd name="connsiteY0" fmla="*/ 13647 h 604478"/>
                <a:gd name="connsiteX1" fmla="*/ 4585647 w 4585647"/>
                <a:gd name="connsiteY1" fmla="*/ 0 h 604478"/>
                <a:gd name="connsiteX2" fmla="*/ 4571999 w 4585647"/>
                <a:gd name="connsiteY2" fmla="*/ 604478 h 604478"/>
                <a:gd name="connsiteX3" fmla="*/ 0 w 4585647"/>
                <a:gd name="connsiteY3" fmla="*/ 604478 h 604478"/>
                <a:gd name="connsiteX4" fmla="*/ 272955 w 4585647"/>
                <a:gd name="connsiteY4" fmla="*/ 13647 h 604478"/>
                <a:gd name="connsiteX0" fmla="*/ 272955 w 4585647"/>
                <a:gd name="connsiteY0" fmla="*/ 13647 h 604478"/>
                <a:gd name="connsiteX1" fmla="*/ 4585647 w 4585647"/>
                <a:gd name="connsiteY1" fmla="*/ 0 h 604478"/>
                <a:gd name="connsiteX2" fmla="*/ 4583035 w 4585647"/>
                <a:gd name="connsiteY2" fmla="*/ 587648 h 604478"/>
                <a:gd name="connsiteX3" fmla="*/ 0 w 4585647"/>
                <a:gd name="connsiteY3" fmla="*/ 604478 h 604478"/>
                <a:gd name="connsiteX4" fmla="*/ 272955 w 4585647"/>
                <a:gd name="connsiteY4" fmla="*/ 13647 h 604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85647" h="604478">
                  <a:moveTo>
                    <a:pt x="272955" y="13647"/>
                  </a:moveTo>
                  <a:lnTo>
                    <a:pt x="4585647" y="0"/>
                  </a:lnTo>
                  <a:cubicBezTo>
                    <a:pt x="4584776" y="195883"/>
                    <a:pt x="4583906" y="391765"/>
                    <a:pt x="4583035" y="587648"/>
                  </a:cubicBezTo>
                  <a:lnTo>
                    <a:pt x="0" y="604478"/>
                  </a:lnTo>
                  <a:lnTo>
                    <a:pt x="272955" y="13647"/>
                  </a:lnTo>
                  <a:close/>
                </a:path>
              </a:pathLst>
            </a:custGeom>
            <a:solidFill>
              <a:srgbClr val="55BCF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sz="2160">
                <a:latin typeface="Arial" panose="020B0604020202020204" pitchFamily="34" charset="0"/>
              </a:endParaRPr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82B173AA-CCC6-4210-A24F-A4B4F907E129}"/>
                </a:ext>
              </a:extLst>
            </p:cNvPr>
            <p:cNvSpPr/>
            <p:nvPr userDrawn="1"/>
          </p:nvSpPr>
          <p:spPr>
            <a:xfrm>
              <a:off x="0" y="5162264"/>
              <a:ext cx="4851779" cy="590836"/>
            </a:xfrm>
            <a:custGeom>
              <a:avLst/>
              <a:gdLst>
                <a:gd name="connsiteX0" fmla="*/ 0 w 4572000"/>
                <a:gd name="connsiteY0" fmla="*/ 0 h 604483"/>
                <a:gd name="connsiteX1" fmla="*/ 4572000 w 4572000"/>
                <a:gd name="connsiteY1" fmla="*/ 0 h 604483"/>
                <a:gd name="connsiteX2" fmla="*/ 4572000 w 4572000"/>
                <a:gd name="connsiteY2" fmla="*/ 604483 h 604483"/>
                <a:gd name="connsiteX3" fmla="*/ 0 w 4572000"/>
                <a:gd name="connsiteY3" fmla="*/ 604483 h 604483"/>
                <a:gd name="connsiteX4" fmla="*/ 0 w 4572000"/>
                <a:gd name="connsiteY4" fmla="*/ 0 h 604483"/>
                <a:gd name="connsiteX0" fmla="*/ 0 w 4872251"/>
                <a:gd name="connsiteY0" fmla="*/ 27295 h 631778"/>
                <a:gd name="connsiteX1" fmla="*/ 4872251 w 4872251"/>
                <a:gd name="connsiteY1" fmla="*/ 0 h 631778"/>
                <a:gd name="connsiteX2" fmla="*/ 4572000 w 4872251"/>
                <a:gd name="connsiteY2" fmla="*/ 631778 h 631778"/>
                <a:gd name="connsiteX3" fmla="*/ 0 w 4872251"/>
                <a:gd name="connsiteY3" fmla="*/ 631778 h 631778"/>
                <a:gd name="connsiteX4" fmla="*/ 0 w 4872251"/>
                <a:gd name="connsiteY4" fmla="*/ 27295 h 631778"/>
                <a:gd name="connsiteX0" fmla="*/ 0 w 4851779"/>
                <a:gd name="connsiteY0" fmla="*/ 13032 h 617515"/>
                <a:gd name="connsiteX1" fmla="*/ 4851779 w 4851779"/>
                <a:gd name="connsiteY1" fmla="*/ 0 h 617515"/>
                <a:gd name="connsiteX2" fmla="*/ 4572000 w 4851779"/>
                <a:gd name="connsiteY2" fmla="*/ 617515 h 617515"/>
                <a:gd name="connsiteX3" fmla="*/ 0 w 4851779"/>
                <a:gd name="connsiteY3" fmla="*/ 617515 h 617515"/>
                <a:gd name="connsiteX4" fmla="*/ 0 w 4851779"/>
                <a:gd name="connsiteY4" fmla="*/ 13032 h 617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51779" h="617515">
                  <a:moveTo>
                    <a:pt x="0" y="13032"/>
                  </a:moveTo>
                  <a:lnTo>
                    <a:pt x="4851779" y="0"/>
                  </a:lnTo>
                  <a:lnTo>
                    <a:pt x="4572000" y="617515"/>
                  </a:lnTo>
                  <a:lnTo>
                    <a:pt x="0" y="617515"/>
                  </a:lnTo>
                  <a:lnTo>
                    <a:pt x="0" y="13032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sz="2160">
                <a:latin typeface="Arial" panose="020B0604020202020204" pitchFamily="34" charset="0"/>
              </a:endParaRP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CE57963-66C4-476A-AF97-3C8520196034}"/>
                </a:ext>
              </a:extLst>
            </p:cNvPr>
            <p:cNvCxnSpPr>
              <a:stCxn id="9" idx="1"/>
              <a:endCxn id="10" idx="0"/>
            </p:cNvCxnSpPr>
            <p:nvPr userDrawn="1"/>
          </p:nvCxnSpPr>
          <p:spPr>
            <a:xfrm flipH="1">
              <a:off x="0" y="5148617"/>
              <a:ext cx="9157647" cy="26116"/>
            </a:xfrm>
            <a:prstGeom prst="line">
              <a:avLst/>
            </a:prstGeom>
            <a:ln w="28575">
              <a:noFill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1874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" dur="indefinite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C3F76ACA-E607-4650-962D-7F31F1E6FE73}"/>
              </a:ext>
            </a:extLst>
          </p:cNvPr>
          <p:cNvSpPr/>
          <p:nvPr userDrawn="1"/>
        </p:nvSpPr>
        <p:spPr>
          <a:xfrm rot="2377845">
            <a:off x="72624" y="6290973"/>
            <a:ext cx="486137" cy="486137"/>
          </a:xfrm>
          <a:prstGeom prst="round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Slide Number Placeholder 4">
            <a:extLst>
              <a:ext uri="{FF2B5EF4-FFF2-40B4-BE49-F238E27FC236}">
                <a16:creationId xmlns:a16="http://schemas.microsoft.com/office/drawing/2014/main" id="{88EA5E03-3330-49DF-AB8A-F6D9E7703EB6}"/>
              </a:ext>
            </a:extLst>
          </p:cNvPr>
          <p:cNvSpPr txBox="1">
            <a:spLocks/>
          </p:cNvSpPr>
          <p:nvPr userDrawn="1"/>
        </p:nvSpPr>
        <p:spPr>
          <a:xfrm>
            <a:off x="-39430" y="6319456"/>
            <a:ext cx="672075" cy="365125"/>
          </a:xfrm>
          <a:prstGeom prst="rect">
            <a:avLst/>
          </a:prstGeom>
        </p:spPr>
        <p:txBody>
          <a:bodyPr vert="horz" lIns="109728" tIns="54864" rIns="109728" bIns="54864" rtlCol="0" anchor="ctr"/>
          <a:lstStyle>
            <a:defPPr>
              <a:defRPr lang="en-US"/>
            </a:defPPr>
            <a:lvl1pPr marL="0" algn="r" defTabSz="914400" rtl="0" eaLnBrk="1" latinLnBrk="0" hangingPunct="1">
              <a:defRPr sz="1400" b="1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fld id="{0E760641-5D52-4AE6-96E4-4F14284AE9FD}" type="slidenum">
              <a:rPr lang="en-US" sz="1920" b="1" smtClean="0">
                <a:solidFill>
                  <a:schemeClr val="bg1"/>
                </a:solidFill>
                <a:latin typeface="Times New Roman" pitchFamily="34" charset="-78"/>
                <a:cs typeface="Times New Roman" pitchFamily="34" charset="-78"/>
              </a:rPr>
              <a:pPr algn="ctr" rtl="1"/>
              <a:t>‹#›</a:t>
            </a:fld>
            <a:endParaRPr lang="en-US" sz="1920" b="1" dirty="0">
              <a:solidFill>
                <a:schemeClr val="bg1"/>
              </a:solidFill>
              <a:latin typeface="Times New Roman" pitchFamily="34" charset="-78"/>
              <a:cs typeface="Times New Roman" pitchFamily="34" charset="-78"/>
            </a:endParaRP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AF796127-2053-4D98-806D-4A595BAD62AD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6858000"/>
            <a:ext cx="12191999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B2D594-0974-4C6E-BEFE-BC3CAA324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8896"/>
            <a:ext cx="9984129" cy="891252"/>
          </a:xfrm>
          <a:prstGeom prst="rect">
            <a:avLst/>
          </a:prstGeom>
        </p:spPr>
        <p:txBody>
          <a:bodyPr anchor="ctr"/>
          <a:lstStyle>
            <a:lvl1pPr algn="r" rtl="1">
              <a:defRPr sz="240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0DE276-2B1C-41E6-AABD-9721DD1DBCC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181100"/>
            <a:ext cx="9983788" cy="5138738"/>
          </a:xfrm>
          <a:prstGeom prst="rect">
            <a:avLst/>
          </a:prstGeom>
        </p:spPr>
        <p:txBody>
          <a:bodyPr/>
          <a:lstStyle>
            <a:lvl1pPr algn="r" rtl="1">
              <a:defRPr sz="2000">
                <a:solidFill>
                  <a:srgbClr val="003964"/>
                </a:solidFill>
              </a:defRPr>
            </a:lvl1pPr>
            <a:lvl2pPr algn="r" rtl="1">
              <a:defRPr sz="1800">
                <a:solidFill>
                  <a:srgbClr val="003964"/>
                </a:solidFill>
              </a:defRPr>
            </a:lvl2pPr>
            <a:lvl3pPr algn="r" rtl="1">
              <a:defRPr sz="1600">
                <a:solidFill>
                  <a:srgbClr val="003964"/>
                </a:solidFill>
              </a:defRPr>
            </a:lvl3pPr>
            <a:lvl4pPr algn="r" rtl="1">
              <a:defRPr sz="1400">
                <a:solidFill>
                  <a:srgbClr val="003964"/>
                </a:solidFill>
              </a:defRPr>
            </a:lvl4pPr>
            <a:lvl5pPr algn="r" rtl="1">
              <a:defRPr sz="1400">
                <a:solidFill>
                  <a:srgbClr val="00396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5EF76CD-F4EB-42D7-8918-643F2587F531}"/>
              </a:ext>
            </a:extLst>
          </p:cNvPr>
          <p:cNvCxnSpPr/>
          <p:nvPr userDrawn="1"/>
        </p:nvCxnSpPr>
        <p:spPr>
          <a:xfrm flipH="1">
            <a:off x="7651102" y="1030148"/>
            <a:ext cx="3170886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79AEA2C-9F62-47B4-A216-66149153172F}"/>
              </a:ext>
            </a:extLst>
          </p:cNvPr>
          <p:cNvGrpSpPr/>
          <p:nvPr userDrawn="1"/>
        </p:nvGrpSpPr>
        <p:grpSpPr>
          <a:xfrm>
            <a:off x="0" y="-9842"/>
            <a:ext cx="12210196" cy="76517"/>
            <a:chOff x="0" y="5148617"/>
            <a:chExt cx="9157647" cy="604483"/>
          </a:xfrm>
        </p:grpSpPr>
        <p:sp>
          <p:nvSpPr>
            <p:cNvPr id="10" name="Rectangle 7">
              <a:extLst>
                <a:ext uri="{FF2B5EF4-FFF2-40B4-BE49-F238E27FC236}">
                  <a16:creationId xmlns:a16="http://schemas.microsoft.com/office/drawing/2014/main" id="{C19983DC-09F2-4995-8663-E6408A3C09B4}"/>
                </a:ext>
              </a:extLst>
            </p:cNvPr>
            <p:cNvSpPr/>
            <p:nvPr userDrawn="1"/>
          </p:nvSpPr>
          <p:spPr>
            <a:xfrm>
              <a:off x="4495800" y="5148617"/>
              <a:ext cx="4661847" cy="604483"/>
            </a:xfrm>
            <a:custGeom>
              <a:avLst/>
              <a:gdLst>
                <a:gd name="connsiteX0" fmla="*/ 0 w 4571999"/>
                <a:gd name="connsiteY0" fmla="*/ 0 h 495296"/>
                <a:gd name="connsiteX1" fmla="*/ 4571999 w 4571999"/>
                <a:gd name="connsiteY1" fmla="*/ 0 h 495296"/>
                <a:gd name="connsiteX2" fmla="*/ 4571999 w 4571999"/>
                <a:gd name="connsiteY2" fmla="*/ 495296 h 495296"/>
                <a:gd name="connsiteX3" fmla="*/ 0 w 4571999"/>
                <a:gd name="connsiteY3" fmla="*/ 495296 h 495296"/>
                <a:gd name="connsiteX4" fmla="*/ 0 w 4571999"/>
                <a:gd name="connsiteY4" fmla="*/ 0 h 495296"/>
                <a:gd name="connsiteX0" fmla="*/ 272955 w 4571999"/>
                <a:gd name="connsiteY0" fmla="*/ 0 h 590831"/>
                <a:gd name="connsiteX1" fmla="*/ 4571999 w 4571999"/>
                <a:gd name="connsiteY1" fmla="*/ 95535 h 590831"/>
                <a:gd name="connsiteX2" fmla="*/ 4571999 w 4571999"/>
                <a:gd name="connsiteY2" fmla="*/ 590831 h 590831"/>
                <a:gd name="connsiteX3" fmla="*/ 0 w 4571999"/>
                <a:gd name="connsiteY3" fmla="*/ 590831 h 590831"/>
                <a:gd name="connsiteX4" fmla="*/ 272955 w 4571999"/>
                <a:gd name="connsiteY4" fmla="*/ 0 h 590831"/>
                <a:gd name="connsiteX0" fmla="*/ 272955 w 4585647"/>
                <a:gd name="connsiteY0" fmla="*/ 13647 h 604478"/>
                <a:gd name="connsiteX1" fmla="*/ 4585647 w 4585647"/>
                <a:gd name="connsiteY1" fmla="*/ 0 h 604478"/>
                <a:gd name="connsiteX2" fmla="*/ 4571999 w 4585647"/>
                <a:gd name="connsiteY2" fmla="*/ 604478 h 604478"/>
                <a:gd name="connsiteX3" fmla="*/ 0 w 4585647"/>
                <a:gd name="connsiteY3" fmla="*/ 604478 h 604478"/>
                <a:gd name="connsiteX4" fmla="*/ 272955 w 4585647"/>
                <a:gd name="connsiteY4" fmla="*/ 13647 h 604478"/>
                <a:gd name="connsiteX0" fmla="*/ 272955 w 4585647"/>
                <a:gd name="connsiteY0" fmla="*/ 13647 h 604478"/>
                <a:gd name="connsiteX1" fmla="*/ 4585647 w 4585647"/>
                <a:gd name="connsiteY1" fmla="*/ 0 h 604478"/>
                <a:gd name="connsiteX2" fmla="*/ 4583035 w 4585647"/>
                <a:gd name="connsiteY2" fmla="*/ 587648 h 604478"/>
                <a:gd name="connsiteX3" fmla="*/ 0 w 4585647"/>
                <a:gd name="connsiteY3" fmla="*/ 604478 h 604478"/>
                <a:gd name="connsiteX4" fmla="*/ 272955 w 4585647"/>
                <a:gd name="connsiteY4" fmla="*/ 13647 h 604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85647" h="604478">
                  <a:moveTo>
                    <a:pt x="272955" y="13647"/>
                  </a:moveTo>
                  <a:lnTo>
                    <a:pt x="4585647" y="0"/>
                  </a:lnTo>
                  <a:cubicBezTo>
                    <a:pt x="4584776" y="195883"/>
                    <a:pt x="4583906" y="391765"/>
                    <a:pt x="4583035" y="587648"/>
                  </a:cubicBezTo>
                  <a:lnTo>
                    <a:pt x="0" y="604478"/>
                  </a:lnTo>
                  <a:lnTo>
                    <a:pt x="272955" y="13647"/>
                  </a:lnTo>
                  <a:close/>
                </a:path>
              </a:pathLst>
            </a:custGeom>
            <a:solidFill>
              <a:srgbClr val="55BCF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sz="2160">
                <a:latin typeface="Arial" panose="020B0604020202020204" pitchFamily="34" charset="0"/>
              </a:endParaRPr>
            </a:p>
          </p:txBody>
        </p:sp>
        <p:sp>
          <p:nvSpPr>
            <p:cNvPr id="11" name="Rectangle 8">
              <a:extLst>
                <a:ext uri="{FF2B5EF4-FFF2-40B4-BE49-F238E27FC236}">
                  <a16:creationId xmlns:a16="http://schemas.microsoft.com/office/drawing/2014/main" id="{C145689C-57EC-4A15-B02B-68F634639129}"/>
                </a:ext>
              </a:extLst>
            </p:cNvPr>
            <p:cNvSpPr/>
            <p:nvPr userDrawn="1"/>
          </p:nvSpPr>
          <p:spPr>
            <a:xfrm>
              <a:off x="0" y="5162264"/>
              <a:ext cx="4851779" cy="590836"/>
            </a:xfrm>
            <a:custGeom>
              <a:avLst/>
              <a:gdLst>
                <a:gd name="connsiteX0" fmla="*/ 0 w 4572000"/>
                <a:gd name="connsiteY0" fmla="*/ 0 h 604483"/>
                <a:gd name="connsiteX1" fmla="*/ 4572000 w 4572000"/>
                <a:gd name="connsiteY1" fmla="*/ 0 h 604483"/>
                <a:gd name="connsiteX2" fmla="*/ 4572000 w 4572000"/>
                <a:gd name="connsiteY2" fmla="*/ 604483 h 604483"/>
                <a:gd name="connsiteX3" fmla="*/ 0 w 4572000"/>
                <a:gd name="connsiteY3" fmla="*/ 604483 h 604483"/>
                <a:gd name="connsiteX4" fmla="*/ 0 w 4572000"/>
                <a:gd name="connsiteY4" fmla="*/ 0 h 604483"/>
                <a:gd name="connsiteX0" fmla="*/ 0 w 4872251"/>
                <a:gd name="connsiteY0" fmla="*/ 27295 h 631778"/>
                <a:gd name="connsiteX1" fmla="*/ 4872251 w 4872251"/>
                <a:gd name="connsiteY1" fmla="*/ 0 h 631778"/>
                <a:gd name="connsiteX2" fmla="*/ 4572000 w 4872251"/>
                <a:gd name="connsiteY2" fmla="*/ 631778 h 631778"/>
                <a:gd name="connsiteX3" fmla="*/ 0 w 4872251"/>
                <a:gd name="connsiteY3" fmla="*/ 631778 h 631778"/>
                <a:gd name="connsiteX4" fmla="*/ 0 w 4872251"/>
                <a:gd name="connsiteY4" fmla="*/ 27295 h 631778"/>
                <a:gd name="connsiteX0" fmla="*/ 0 w 4851779"/>
                <a:gd name="connsiteY0" fmla="*/ 13032 h 617515"/>
                <a:gd name="connsiteX1" fmla="*/ 4851779 w 4851779"/>
                <a:gd name="connsiteY1" fmla="*/ 0 h 617515"/>
                <a:gd name="connsiteX2" fmla="*/ 4572000 w 4851779"/>
                <a:gd name="connsiteY2" fmla="*/ 617515 h 617515"/>
                <a:gd name="connsiteX3" fmla="*/ 0 w 4851779"/>
                <a:gd name="connsiteY3" fmla="*/ 617515 h 617515"/>
                <a:gd name="connsiteX4" fmla="*/ 0 w 4851779"/>
                <a:gd name="connsiteY4" fmla="*/ 13032 h 617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51779" h="617515">
                  <a:moveTo>
                    <a:pt x="0" y="13032"/>
                  </a:moveTo>
                  <a:lnTo>
                    <a:pt x="4851779" y="0"/>
                  </a:lnTo>
                  <a:lnTo>
                    <a:pt x="4572000" y="617515"/>
                  </a:lnTo>
                  <a:lnTo>
                    <a:pt x="0" y="617515"/>
                  </a:lnTo>
                  <a:lnTo>
                    <a:pt x="0" y="13032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 sz="2160">
                <a:latin typeface="Arial" panose="020B0604020202020204" pitchFamily="34" charset="0"/>
              </a:endParaRP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93CC4A8-0F59-4D99-9A31-13D9EC9F27F2}"/>
                </a:ext>
              </a:extLst>
            </p:cNvPr>
            <p:cNvCxnSpPr>
              <a:stCxn id="10" idx="1"/>
              <a:endCxn id="11" idx="0"/>
            </p:cNvCxnSpPr>
            <p:nvPr userDrawn="1"/>
          </p:nvCxnSpPr>
          <p:spPr>
            <a:xfrm flipH="1">
              <a:off x="0" y="5148617"/>
              <a:ext cx="9157647" cy="26116"/>
            </a:xfrm>
            <a:prstGeom prst="line">
              <a:avLst/>
            </a:prstGeom>
            <a:ln w="28575">
              <a:noFill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68637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" dur="indefinite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12C16C0-E53D-4CB8-92CF-1C1206ACFCB1}"/>
              </a:ext>
            </a:extLst>
          </p:cNvPr>
          <p:cNvSpPr/>
          <p:nvPr userDrawn="1"/>
        </p:nvSpPr>
        <p:spPr>
          <a:xfrm rot="2377845">
            <a:off x="72624" y="6290973"/>
            <a:ext cx="486137" cy="486137"/>
          </a:xfrm>
          <a:prstGeom prst="round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8EA372E2-99E5-49AB-BEDE-AEE0F2429E66}"/>
              </a:ext>
            </a:extLst>
          </p:cNvPr>
          <p:cNvSpPr txBox="1">
            <a:spLocks/>
          </p:cNvSpPr>
          <p:nvPr userDrawn="1"/>
        </p:nvSpPr>
        <p:spPr>
          <a:xfrm>
            <a:off x="-39430" y="6319456"/>
            <a:ext cx="672075" cy="365125"/>
          </a:xfrm>
          <a:prstGeom prst="rect">
            <a:avLst/>
          </a:prstGeom>
        </p:spPr>
        <p:txBody>
          <a:bodyPr vert="horz" lIns="109728" tIns="54864" rIns="109728" bIns="54864" rtlCol="0" anchor="ctr"/>
          <a:lstStyle>
            <a:defPPr>
              <a:defRPr lang="en-US"/>
            </a:defPPr>
            <a:lvl1pPr marL="0" algn="r" defTabSz="914400" rtl="0" eaLnBrk="1" latinLnBrk="0" hangingPunct="1">
              <a:defRPr sz="1400" b="1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fld id="{0E760641-5D52-4AE6-96E4-4F14284AE9FD}" type="slidenum">
              <a:rPr lang="en-US" sz="1920" b="1" smtClean="0">
                <a:solidFill>
                  <a:schemeClr val="bg1"/>
                </a:solidFill>
                <a:latin typeface="Times New Roman" pitchFamily="34" charset="-78"/>
                <a:cs typeface="Times New Roman" pitchFamily="34" charset="-78"/>
              </a:rPr>
              <a:pPr algn="ctr" rtl="1"/>
              <a:t>‹#›</a:t>
            </a:fld>
            <a:endParaRPr lang="en-US" sz="1920" b="1" dirty="0">
              <a:solidFill>
                <a:schemeClr val="bg1"/>
              </a:solidFill>
              <a:latin typeface="Times New Roman" pitchFamily="34" charset="-78"/>
              <a:cs typeface="Times New Roman" pitchFamily="34" charset="-78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982B52C-02B7-4BEE-883D-0C82B3927FED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6858000"/>
            <a:ext cx="12191999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7">
            <a:extLst>
              <a:ext uri="{FF2B5EF4-FFF2-40B4-BE49-F238E27FC236}">
                <a16:creationId xmlns:a16="http://schemas.microsoft.com/office/drawing/2014/main" id="{F0C8F398-AC45-4B42-ACFC-0345CA0CB25E}"/>
              </a:ext>
            </a:extLst>
          </p:cNvPr>
          <p:cNvSpPr/>
          <p:nvPr userDrawn="1"/>
        </p:nvSpPr>
        <p:spPr>
          <a:xfrm>
            <a:off x="5994400" y="-9842"/>
            <a:ext cx="6215796" cy="76517"/>
          </a:xfrm>
          <a:custGeom>
            <a:avLst/>
            <a:gdLst>
              <a:gd name="connsiteX0" fmla="*/ 0 w 4571999"/>
              <a:gd name="connsiteY0" fmla="*/ 0 h 495296"/>
              <a:gd name="connsiteX1" fmla="*/ 4571999 w 4571999"/>
              <a:gd name="connsiteY1" fmla="*/ 0 h 495296"/>
              <a:gd name="connsiteX2" fmla="*/ 4571999 w 4571999"/>
              <a:gd name="connsiteY2" fmla="*/ 495296 h 495296"/>
              <a:gd name="connsiteX3" fmla="*/ 0 w 4571999"/>
              <a:gd name="connsiteY3" fmla="*/ 495296 h 495296"/>
              <a:gd name="connsiteX4" fmla="*/ 0 w 4571999"/>
              <a:gd name="connsiteY4" fmla="*/ 0 h 495296"/>
              <a:gd name="connsiteX0" fmla="*/ 272955 w 4571999"/>
              <a:gd name="connsiteY0" fmla="*/ 0 h 590831"/>
              <a:gd name="connsiteX1" fmla="*/ 4571999 w 4571999"/>
              <a:gd name="connsiteY1" fmla="*/ 95535 h 590831"/>
              <a:gd name="connsiteX2" fmla="*/ 4571999 w 4571999"/>
              <a:gd name="connsiteY2" fmla="*/ 590831 h 590831"/>
              <a:gd name="connsiteX3" fmla="*/ 0 w 4571999"/>
              <a:gd name="connsiteY3" fmla="*/ 590831 h 590831"/>
              <a:gd name="connsiteX4" fmla="*/ 272955 w 4571999"/>
              <a:gd name="connsiteY4" fmla="*/ 0 h 590831"/>
              <a:gd name="connsiteX0" fmla="*/ 272955 w 4585647"/>
              <a:gd name="connsiteY0" fmla="*/ 13647 h 604478"/>
              <a:gd name="connsiteX1" fmla="*/ 4585647 w 4585647"/>
              <a:gd name="connsiteY1" fmla="*/ 0 h 604478"/>
              <a:gd name="connsiteX2" fmla="*/ 4571999 w 4585647"/>
              <a:gd name="connsiteY2" fmla="*/ 604478 h 604478"/>
              <a:gd name="connsiteX3" fmla="*/ 0 w 4585647"/>
              <a:gd name="connsiteY3" fmla="*/ 604478 h 604478"/>
              <a:gd name="connsiteX4" fmla="*/ 272955 w 4585647"/>
              <a:gd name="connsiteY4" fmla="*/ 13647 h 604478"/>
              <a:gd name="connsiteX0" fmla="*/ 272955 w 4585647"/>
              <a:gd name="connsiteY0" fmla="*/ 13647 h 604478"/>
              <a:gd name="connsiteX1" fmla="*/ 4585647 w 4585647"/>
              <a:gd name="connsiteY1" fmla="*/ 0 h 604478"/>
              <a:gd name="connsiteX2" fmla="*/ 4583035 w 4585647"/>
              <a:gd name="connsiteY2" fmla="*/ 587648 h 604478"/>
              <a:gd name="connsiteX3" fmla="*/ 0 w 4585647"/>
              <a:gd name="connsiteY3" fmla="*/ 604478 h 604478"/>
              <a:gd name="connsiteX4" fmla="*/ 272955 w 4585647"/>
              <a:gd name="connsiteY4" fmla="*/ 13647 h 604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85647" h="604478">
                <a:moveTo>
                  <a:pt x="272955" y="13647"/>
                </a:moveTo>
                <a:lnTo>
                  <a:pt x="4585647" y="0"/>
                </a:lnTo>
                <a:cubicBezTo>
                  <a:pt x="4584776" y="195883"/>
                  <a:pt x="4583906" y="391765"/>
                  <a:pt x="4583035" y="587648"/>
                </a:cubicBezTo>
                <a:lnTo>
                  <a:pt x="0" y="604478"/>
                </a:lnTo>
                <a:lnTo>
                  <a:pt x="272955" y="13647"/>
                </a:lnTo>
                <a:close/>
              </a:path>
            </a:pathLst>
          </a:custGeom>
          <a:solidFill>
            <a:srgbClr val="55BC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 sz="2160">
              <a:latin typeface="Arial" panose="020B0604020202020204" pitchFamily="34" charset="0"/>
            </a:endParaRP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5C21B620-83D1-48D1-A047-55BC95054C50}"/>
              </a:ext>
            </a:extLst>
          </p:cNvPr>
          <p:cNvSpPr/>
          <p:nvPr userDrawn="1"/>
        </p:nvSpPr>
        <p:spPr>
          <a:xfrm>
            <a:off x="0" y="-8115"/>
            <a:ext cx="6469039" cy="74790"/>
          </a:xfrm>
          <a:custGeom>
            <a:avLst/>
            <a:gdLst>
              <a:gd name="connsiteX0" fmla="*/ 0 w 4572000"/>
              <a:gd name="connsiteY0" fmla="*/ 0 h 604483"/>
              <a:gd name="connsiteX1" fmla="*/ 4572000 w 4572000"/>
              <a:gd name="connsiteY1" fmla="*/ 0 h 604483"/>
              <a:gd name="connsiteX2" fmla="*/ 4572000 w 4572000"/>
              <a:gd name="connsiteY2" fmla="*/ 604483 h 604483"/>
              <a:gd name="connsiteX3" fmla="*/ 0 w 4572000"/>
              <a:gd name="connsiteY3" fmla="*/ 604483 h 604483"/>
              <a:gd name="connsiteX4" fmla="*/ 0 w 4572000"/>
              <a:gd name="connsiteY4" fmla="*/ 0 h 604483"/>
              <a:gd name="connsiteX0" fmla="*/ 0 w 4872251"/>
              <a:gd name="connsiteY0" fmla="*/ 27295 h 631778"/>
              <a:gd name="connsiteX1" fmla="*/ 4872251 w 4872251"/>
              <a:gd name="connsiteY1" fmla="*/ 0 h 631778"/>
              <a:gd name="connsiteX2" fmla="*/ 4572000 w 4872251"/>
              <a:gd name="connsiteY2" fmla="*/ 631778 h 631778"/>
              <a:gd name="connsiteX3" fmla="*/ 0 w 4872251"/>
              <a:gd name="connsiteY3" fmla="*/ 631778 h 631778"/>
              <a:gd name="connsiteX4" fmla="*/ 0 w 4872251"/>
              <a:gd name="connsiteY4" fmla="*/ 27295 h 631778"/>
              <a:gd name="connsiteX0" fmla="*/ 0 w 4851779"/>
              <a:gd name="connsiteY0" fmla="*/ 13032 h 617515"/>
              <a:gd name="connsiteX1" fmla="*/ 4851779 w 4851779"/>
              <a:gd name="connsiteY1" fmla="*/ 0 h 617515"/>
              <a:gd name="connsiteX2" fmla="*/ 4572000 w 4851779"/>
              <a:gd name="connsiteY2" fmla="*/ 617515 h 617515"/>
              <a:gd name="connsiteX3" fmla="*/ 0 w 4851779"/>
              <a:gd name="connsiteY3" fmla="*/ 617515 h 617515"/>
              <a:gd name="connsiteX4" fmla="*/ 0 w 4851779"/>
              <a:gd name="connsiteY4" fmla="*/ 13032 h 617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51779" h="617515">
                <a:moveTo>
                  <a:pt x="0" y="13032"/>
                </a:moveTo>
                <a:lnTo>
                  <a:pt x="4851779" y="0"/>
                </a:lnTo>
                <a:lnTo>
                  <a:pt x="4572000" y="617515"/>
                </a:lnTo>
                <a:lnTo>
                  <a:pt x="0" y="617515"/>
                </a:lnTo>
                <a:lnTo>
                  <a:pt x="0" y="13032"/>
                </a:lnTo>
                <a:close/>
              </a:path>
            </a:pathLst>
          </a:custGeom>
          <a:solidFill>
            <a:srgbClr val="1176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 sz="2160"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FA84AEE-7E29-476E-882A-884241681A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0" y="0"/>
            <a:ext cx="1264262" cy="8888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552D140-95A6-4F1B-91AB-0F1E3A39E3D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flipH="1">
            <a:off x="-157371" y="-191704"/>
            <a:ext cx="1025117" cy="692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636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3124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0700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2" r:id="rId2"/>
    <p:sldLayoutId id="2147483666" r:id="rId3"/>
    <p:sldLayoutId id="2147483667" r:id="rId4"/>
    <p:sldLayoutId id="2147483673" r:id="rId5"/>
    <p:sldLayoutId id="2147483660" r:id="rId6"/>
    <p:sldLayoutId id="2147483664" r:id="rId7"/>
    <p:sldLayoutId id="2147483663" r:id="rId8"/>
    <p:sldLayoutId id="2147483665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slide" Target="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slide" Target="slide3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slide" Target="sl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slide" Target="slide3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slide" Target="slide3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slide" Target="slide3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slide" Target="slide3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32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3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3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slide" Target="slide3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slide" Target="slide3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slide" Target="slide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slide" Target="slide3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slide" Target="slide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slide" Target="slide3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3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3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slide" Target="slide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png"/><Relationship Id="rId4" Type="http://schemas.openxmlformats.org/officeDocument/2006/relationships/slide" Target="slide3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slide" Target="slide3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jpg"/><Relationship Id="rId4" Type="http://schemas.openxmlformats.org/officeDocument/2006/relationships/slide" Target="slide3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3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3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Relationship Id="rId4" Type="http://schemas.openxmlformats.org/officeDocument/2006/relationships/slide" Target="slide3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3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3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32.xml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3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32.xml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slide" Target="slide2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32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C56A715-744B-4C71-BAA4-ABDE132EAA9F}"/>
              </a:ext>
            </a:extLst>
          </p:cNvPr>
          <p:cNvSpPr/>
          <p:nvPr/>
        </p:nvSpPr>
        <p:spPr>
          <a:xfrm>
            <a:off x="5897268" y="2969655"/>
            <a:ext cx="3457772" cy="3289778"/>
          </a:xfrm>
          <a:custGeom>
            <a:avLst/>
            <a:gdLst>
              <a:gd name="connsiteX0" fmla="*/ 3355633 w 3457772"/>
              <a:gd name="connsiteY0" fmla="*/ 3084939 h 3289778"/>
              <a:gd name="connsiteX1" fmla="*/ 3254987 w 3457772"/>
              <a:gd name="connsiteY1" fmla="*/ 3170876 h 3289778"/>
              <a:gd name="connsiteX2" fmla="*/ 3117404 w 3457772"/>
              <a:gd name="connsiteY2" fmla="*/ 3174263 h 3289778"/>
              <a:gd name="connsiteX3" fmla="*/ 123060 w 3457772"/>
              <a:gd name="connsiteY3" fmla="*/ 201722 h 3289778"/>
              <a:gd name="connsiteX4" fmla="*/ 201800 w 3457772"/>
              <a:gd name="connsiteY4" fmla="*/ 80649 h 3289778"/>
              <a:gd name="connsiteX5" fmla="*/ 80727 w 3457772"/>
              <a:gd name="connsiteY5" fmla="*/ 1898 h 3289778"/>
              <a:gd name="connsiteX6" fmla="*/ 1987 w 3457772"/>
              <a:gd name="connsiteY6" fmla="*/ 122982 h 3289778"/>
              <a:gd name="connsiteX7" fmla="*/ 80727 w 3457772"/>
              <a:gd name="connsiteY7" fmla="*/ 201722 h 3289778"/>
              <a:gd name="connsiteX8" fmla="*/ 3116768 w 3457772"/>
              <a:gd name="connsiteY8" fmla="*/ 3217019 h 3289778"/>
              <a:gd name="connsiteX9" fmla="*/ 3256891 w 3457772"/>
              <a:gd name="connsiteY9" fmla="*/ 3213632 h 3289778"/>
              <a:gd name="connsiteX10" fmla="*/ 3381775 w 3457772"/>
              <a:gd name="connsiteY10" fmla="*/ 3285980 h 3289778"/>
              <a:gd name="connsiteX11" fmla="*/ 3454059 w 3457772"/>
              <a:gd name="connsiteY11" fmla="*/ 3161139 h 3289778"/>
              <a:gd name="connsiteX12" fmla="*/ 3355423 w 3457772"/>
              <a:gd name="connsiteY12" fmla="*/ 3085363 h 3289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57772" h="3289778">
                <a:moveTo>
                  <a:pt x="3355633" y="3084939"/>
                </a:moveTo>
                <a:cubicBezTo>
                  <a:pt x="3305468" y="3084939"/>
                  <a:pt x="3262818" y="3121378"/>
                  <a:pt x="3254987" y="3170876"/>
                </a:cubicBezTo>
                <a:cubicBezTo>
                  <a:pt x="3209266" y="3172993"/>
                  <a:pt x="3163229" y="3174263"/>
                  <a:pt x="3117404" y="3174263"/>
                </a:cubicBezTo>
                <a:cubicBezTo>
                  <a:pt x="1473493" y="3174263"/>
                  <a:pt x="135020" y="1842774"/>
                  <a:pt x="123060" y="201722"/>
                </a:cubicBezTo>
                <a:cubicBezTo>
                  <a:pt x="178242" y="190027"/>
                  <a:pt x="213495" y="135819"/>
                  <a:pt x="201800" y="80649"/>
                </a:cubicBezTo>
                <a:cubicBezTo>
                  <a:pt x="190116" y="25466"/>
                  <a:pt x="135908" y="-9797"/>
                  <a:pt x="80727" y="1898"/>
                </a:cubicBezTo>
                <a:cubicBezTo>
                  <a:pt x="25546" y="13593"/>
                  <a:pt x="-9707" y="67800"/>
                  <a:pt x="1987" y="122982"/>
                </a:cubicBezTo>
                <a:cubicBezTo>
                  <a:pt x="10348" y="162489"/>
                  <a:pt x="41219" y="193350"/>
                  <a:pt x="80727" y="201722"/>
                </a:cubicBezTo>
                <a:cubicBezTo>
                  <a:pt x="92474" y="1870227"/>
                  <a:pt x="1448220" y="3216712"/>
                  <a:pt x="3116768" y="3217019"/>
                </a:cubicBezTo>
                <a:cubicBezTo>
                  <a:pt x="3163653" y="3217019"/>
                  <a:pt x="3210324" y="3215749"/>
                  <a:pt x="3256891" y="3213632"/>
                </a:cubicBezTo>
                <a:cubicBezTo>
                  <a:pt x="3271390" y="3268084"/>
                  <a:pt x="3327271" y="3300469"/>
                  <a:pt x="3381775" y="3285980"/>
                </a:cubicBezTo>
                <a:cubicBezTo>
                  <a:pt x="3436173" y="3271481"/>
                  <a:pt x="3468558" y="3215590"/>
                  <a:pt x="3454059" y="3161139"/>
                </a:cubicBezTo>
                <a:cubicBezTo>
                  <a:pt x="3442205" y="3116435"/>
                  <a:pt x="3401672" y="3085331"/>
                  <a:pt x="3355423" y="3085363"/>
                </a:cubicBezTo>
                <a:close/>
              </a:path>
            </a:pathLst>
          </a:custGeom>
          <a:solidFill>
            <a:srgbClr val="FFC000"/>
          </a:solidFill>
          <a:ln w="1058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24B47FE-9272-421F-8982-021F886AEA11}"/>
              </a:ext>
            </a:extLst>
          </p:cNvPr>
          <p:cNvSpPr/>
          <p:nvPr/>
        </p:nvSpPr>
        <p:spPr>
          <a:xfrm>
            <a:off x="8578458" y="411332"/>
            <a:ext cx="3167285" cy="4327566"/>
          </a:xfrm>
          <a:custGeom>
            <a:avLst/>
            <a:gdLst>
              <a:gd name="connsiteX0" fmla="*/ 2989927 w 3167285"/>
              <a:gd name="connsiteY0" fmla="*/ 4140112 h 4327566"/>
              <a:gd name="connsiteX1" fmla="*/ 1147792 w 3167285"/>
              <a:gd name="connsiteY1" fmla="*/ 258261 h 4327566"/>
              <a:gd name="connsiteX2" fmla="*/ 202277 w 3167285"/>
              <a:gd name="connsiteY2" fmla="*/ 82885 h 4327566"/>
              <a:gd name="connsiteX3" fmla="*/ 83003 w 3167285"/>
              <a:gd name="connsiteY3" fmla="*/ 1446 h 4327566"/>
              <a:gd name="connsiteX4" fmla="*/ 1511 w 3167285"/>
              <a:gd name="connsiteY4" fmla="*/ 120720 h 4327566"/>
              <a:gd name="connsiteX5" fmla="*/ 120786 w 3167285"/>
              <a:gd name="connsiteY5" fmla="*/ 202170 h 4327566"/>
              <a:gd name="connsiteX6" fmla="*/ 201325 w 3167285"/>
              <a:gd name="connsiteY6" fmla="*/ 125218 h 4327566"/>
              <a:gd name="connsiteX7" fmla="*/ 3123277 w 3167285"/>
              <a:gd name="connsiteY7" fmla="*/ 3118926 h 4327566"/>
              <a:gd name="connsiteX8" fmla="*/ 2949392 w 3167285"/>
              <a:gd name="connsiteY8" fmla="*/ 4124343 h 4327566"/>
              <a:gd name="connsiteX9" fmla="*/ 2933517 w 3167285"/>
              <a:gd name="connsiteY9" fmla="*/ 4122967 h 4327566"/>
              <a:gd name="connsiteX10" fmla="*/ 2831283 w 3167285"/>
              <a:gd name="connsiteY10" fmla="*/ 4225022 h 4327566"/>
              <a:gd name="connsiteX11" fmla="*/ 2933413 w 3167285"/>
              <a:gd name="connsiteY11" fmla="*/ 4327225 h 4327566"/>
              <a:gd name="connsiteX12" fmla="*/ 3035541 w 3167285"/>
              <a:gd name="connsiteY12" fmla="*/ 4225170 h 4327566"/>
              <a:gd name="connsiteX13" fmla="*/ 2990245 w 3167285"/>
              <a:gd name="connsiteY13" fmla="*/ 4140218 h 4327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167285" h="4327566">
                <a:moveTo>
                  <a:pt x="2989927" y="4140112"/>
                </a:moveTo>
                <a:cubicBezTo>
                  <a:pt x="3553172" y="2559491"/>
                  <a:pt x="2728412" y="821528"/>
                  <a:pt x="1147792" y="258261"/>
                </a:cubicBezTo>
                <a:cubicBezTo>
                  <a:pt x="843945" y="149973"/>
                  <a:pt x="524751" y="90780"/>
                  <a:pt x="202277" y="82885"/>
                </a:cubicBezTo>
                <a:cubicBezTo>
                  <a:pt x="191800" y="27460"/>
                  <a:pt x="138459" y="-9010"/>
                  <a:pt x="83003" y="1446"/>
                </a:cubicBezTo>
                <a:cubicBezTo>
                  <a:pt x="27546" y="11892"/>
                  <a:pt x="-8860" y="65295"/>
                  <a:pt x="1511" y="120720"/>
                </a:cubicBezTo>
                <a:cubicBezTo>
                  <a:pt x="11989" y="176156"/>
                  <a:pt x="65434" y="212615"/>
                  <a:pt x="120786" y="202170"/>
                </a:cubicBezTo>
                <a:cubicBezTo>
                  <a:pt x="160473" y="194687"/>
                  <a:pt x="192117" y="164525"/>
                  <a:pt x="201325" y="125218"/>
                </a:cubicBezTo>
                <a:cubicBezTo>
                  <a:pt x="1818775" y="163953"/>
                  <a:pt x="3123277" y="1491950"/>
                  <a:pt x="3123277" y="3118926"/>
                </a:cubicBezTo>
                <a:cubicBezTo>
                  <a:pt x="3123489" y="3461572"/>
                  <a:pt x="3064751" y="3801689"/>
                  <a:pt x="2949392" y="4124343"/>
                </a:cubicBezTo>
                <a:cubicBezTo>
                  <a:pt x="2944101" y="4123454"/>
                  <a:pt x="2938809" y="4122998"/>
                  <a:pt x="2933517" y="4122967"/>
                </a:cubicBezTo>
                <a:cubicBezTo>
                  <a:pt x="2877109" y="4122925"/>
                  <a:pt x="2831389" y="4168623"/>
                  <a:pt x="2831283" y="4225022"/>
                </a:cubicBezTo>
                <a:cubicBezTo>
                  <a:pt x="2831283" y="4281431"/>
                  <a:pt x="2877003" y="4327183"/>
                  <a:pt x="2933413" y="4327225"/>
                </a:cubicBezTo>
                <a:cubicBezTo>
                  <a:pt x="2989821" y="4327268"/>
                  <a:pt x="3035541" y="4281569"/>
                  <a:pt x="3035541" y="4225170"/>
                </a:cubicBezTo>
                <a:cubicBezTo>
                  <a:pt x="3035647" y="4191060"/>
                  <a:pt x="3018608" y="4159183"/>
                  <a:pt x="2990245" y="4140218"/>
                </a:cubicBezTo>
                <a:close/>
              </a:path>
            </a:pathLst>
          </a:custGeom>
          <a:solidFill>
            <a:srgbClr val="FFC000"/>
          </a:solidFill>
          <a:ln w="1058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3" name="CuadroTexto 11">
            <a:extLst>
              <a:ext uri="{FF2B5EF4-FFF2-40B4-BE49-F238E27FC236}">
                <a16:creationId xmlns:a16="http://schemas.microsoft.com/office/drawing/2014/main" id="{22FA2DE3-C377-49D9-B7FA-8E046B161728}"/>
              </a:ext>
            </a:extLst>
          </p:cNvPr>
          <p:cNvSpPr txBox="1"/>
          <p:nvPr/>
        </p:nvSpPr>
        <p:spPr>
          <a:xfrm>
            <a:off x="141082" y="1715572"/>
            <a:ext cx="5119133" cy="675561"/>
          </a:xfrm>
          <a:prstGeom prst="rect">
            <a:avLst/>
          </a:prstGeom>
          <a:noFill/>
        </p:spPr>
        <p:txBody>
          <a:bodyPr wrap="square" lIns="82291" tIns="41144" rIns="82291" bIns="41144" rtlCol="0">
            <a:spAutoFit/>
          </a:bodyPr>
          <a:lstStyle/>
          <a:p>
            <a:pPr algn="ctr" defTabSz="822907" rtl="1">
              <a:lnSpc>
                <a:spcPct val="150000"/>
              </a:lnSpc>
            </a:pPr>
            <a:r>
              <a:rPr lang="fa-IR" b="1" dirty="0">
                <a:solidFill>
                  <a:srgbClr val="7030A0"/>
                </a:solidFill>
                <a:latin typeface="Times New Roman" pitchFamily="34" charset="-78"/>
                <a:cs typeface="+mj-cs"/>
              </a:rPr>
              <a:t>فصل پنجم:</a:t>
            </a:r>
            <a:r>
              <a:rPr lang="en-US" b="1" dirty="0">
                <a:solidFill>
                  <a:srgbClr val="7030A0"/>
                </a:solidFill>
                <a:latin typeface="Times New Roman" pitchFamily="34" charset="-78"/>
                <a:cs typeface="+mj-cs"/>
              </a:rPr>
              <a:t> </a:t>
            </a:r>
            <a:r>
              <a:rPr lang="fa-IR" sz="2800" b="1" dirty="0">
                <a:solidFill>
                  <a:srgbClr val="0070C0"/>
                </a:solidFill>
                <a:latin typeface="Times New Roman" pitchFamily="18" charset="-78"/>
                <a:cs typeface="+mj-cs"/>
              </a:rPr>
              <a:t>رویدادها-اساس همکاری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76D89E0-5DD6-4B42-9FC2-7D3C7C417BD1}"/>
              </a:ext>
            </a:extLst>
          </p:cNvPr>
          <p:cNvSpPr txBox="1"/>
          <p:nvPr/>
        </p:nvSpPr>
        <p:spPr>
          <a:xfrm>
            <a:off x="526791" y="4797256"/>
            <a:ext cx="4310376" cy="487404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square" lIns="105502" tIns="52750" rIns="105502" bIns="52750" rtlCol="0">
            <a:spAutoFit/>
          </a:bodyPr>
          <a:lstStyle/>
          <a:p>
            <a:pPr algn="ctr" defTabSz="1055009" rtl="1">
              <a:lnSpc>
                <a:spcPct val="150000"/>
              </a:lnSpc>
            </a:pPr>
            <a:r>
              <a:rPr lang="fa-IR" b="1" kern="0" dirty="0">
                <a:solidFill>
                  <a:srgbClr val="002060"/>
                </a:solidFill>
                <a:latin typeface="Times New Roman"/>
              </a:rPr>
              <a:t>محمدحسن امینی- علیرضا قائم پناه</a:t>
            </a:r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0CD2D8D9-56B5-8C51-7B0C-767468934C1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237" t="-14200" r="-35492" b="-13299"/>
          <a:stretch/>
        </p:blipFill>
        <p:spPr>
          <a:xfrm>
            <a:off x="6565440" y="1042840"/>
            <a:ext cx="4824000" cy="4824000"/>
          </a:xfr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BC5ADD38-12BC-A0F9-EDA4-F02C7B802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5941" y="0"/>
            <a:ext cx="1636059" cy="1047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05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/>
      <p:bldP spid="2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>
            <a:extLst>
              <a:ext uri="{FF2B5EF4-FFF2-40B4-BE49-F238E27FC236}">
                <a16:creationId xmlns:a16="http://schemas.microsoft.com/office/drawing/2014/main" id="{6DB0275F-AD0A-4FC4-AB74-15D84806725E}"/>
              </a:ext>
            </a:extLst>
          </p:cNvPr>
          <p:cNvGrpSpPr/>
          <p:nvPr/>
        </p:nvGrpSpPr>
        <p:grpSpPr>
          <a:xfrm>
            <a:off x="5663466" y="1416592"/>
            <a:ext cx="6091993" cy="1164619"/>
            <a:chOff x="5842632" y="691489"/>
            <a:chExt cx="6091993" cy="1164619"/>
          </a:xfrm>
        </p:grpSpPr>
        <p:sp>
          <p:nvSpPr>
            <p:cNvPr id="28" name="Oval 5">
              <a:extLst>
                <a:ext uri="{FF2B5EF4-FFF2-40B4-BE49-F238E27FC236}">
                  <a16:creationId xmlns:a16="http://schemas.microsoft.com/office/drawing/2014/main" id="{A7079C24-F8FF-4939-8676-3E181D8A6A81}"/>
                </a:ext>
              </a:extLst>
            </p:cNvPr>
            <p:cNvSpPr/>
            <p:nvPr/>
          </p:nvSpPr>
          <p:spPr>
            <a:xfrm>
              <a:off x="10860414" y="691489"/>
              <a:ext cx="1074211" cy="1164619"/>
            </a:xfrm>
            <a:custGeom>
              <a:avLst/>
              <a:gdLst>
                <a:gd name="connsiteX0" fmla="*/ 0 w 900000"/>
                <a:gd name="connsiteY0" fmla="*/ 450000 h 900000"/>
                <a:gd name="connsiteX1" fmla="*/ 450000 w 900000"/>
                <a:gd name="connsiteY1" fmla="*/ 0 h 900000"/>
                <a:gd name="connsiteX2" fmla="*/ 900000 w 900000"/>
                <a:gd name="connsiteY2" fmla="*/ 450000 h 900000"/>
                <a:gd name="connsiteX3" fmla="*/ 450000 w 900000"/>
                <a:gd name="connsiteY3" fmla="*/ 900000 h 900000"/>
                <a:gd name="connsiteX4" fmla="*/ 0 w 900000"/>
                <a:gd name="connsiteY4" fmla="*/ 450000 h 900000"/>
                <a:gd name="connsiteX0" fmla="*/ 0 w 900000"/>
                <a:gd name="connsiteY0" fmla="*/ 450000 h 900000"/>
                <a:gd name="connsiteX1" fmla="*/ 450000 w 900000"/>
                <a:gd name="connsiteY1" fmla="*/ 0 h 900000"/>
                <a:gd name="connsiteX2" fmla="*/ 900000 w 900000"/>
                <a:gd name="connsiteY2" fmla="*/ 450000 h 900000"/>
                <a:gd name="connsiteX3" fmla="*/ 450000 w 900000"/>
                <a:gd name="connsiteY3" fmla="*/ 900000 h 900000"/>
                <a:gd name="connsiteX4" fmla="*/ 0 w 900000"/>
                <a:gd name="connsiteY4" fmla="*/ 450000 h 900000"/>
                <a:gd name="connsiteX0" fmla="*/ 0 w 900000"/>
                <a:gd name="connsiteY0" fmla="*/ 520413 h 970413"/>
                <a:gd name="connsiteX1" fmla="*/ 450000 w 900000"/>
                <a:gd name="connsiteY1" fmla="*/ 70413 h 970413"/>
                <a:gd name="connsiteX2" fmla="*/ 900000 w 900000"/>
                <a:gd name="connsiteY2" fmla="*/ 520413 h 970413"/>
                <a:gd name="connsiteX3" fmla="*/ 450000 w 900000"/>
                <a:gd name="connsiteY3" fmla="*/ 970413 h 970413"/>
                <a:gd name="connsiteX4" fmla="*/ 0 w 900000"/>
                <a:gd name="connsiteY4" fmla="*/ 520413 h 970413"/>
                <a:gd name="connsiteX0" fmla="*/ 0 w 900000"/>
                <a:gd name="connsiteY0" fmla="*/ 520413 h 970413"/>
                <a:gd name="connsiteX1" fmla="*/ 450000 w 900000"/>
                <a:gd name="connsiteY1" fmla="*/ 70413 h 970413"/>
                <a:gd name="connsiteX2" fmla="*/ 900000 w 900000"/>
                <a:gd name="connsiteY2" fmla="*/ 520413 h 970413"/>
                <a:gd name="connsiteX3" fmla="*/ 450000 w 900000"/>
                <a:gd name="connsiteY3" fmla="*/ 970413 h 970413"/>
                <a:gd name="connsiteX4" fmla="*/ 0 w 900000"/>
                <a:gd name="connsiteY4" fmla="*/ 520413 h 970413"/>
                <a:gd name="connsiteX0" fmla="*/ 0 w 900000"/>
                <a:gd name="connsiteY0" fmla="*/ 520413 h 1066534"/>
                <a:gd name="connsiteX1" fmla="*/ 450000 w 900000"/>
                <a:gd name="connsiteY1" fmla="*/ 70413 h 1066534"/>
                <a:gd name="connsiteX2" fmla="*/ 900000 w 900000"/>
                <a:gd name="connsiteY2" fmla="*/ 520413 h 1066534"/>
                <a:gd name="connsiteX3" fmla="*/ 450000 w 900000"/>
                <a:gd name="connsiteY3" fmla="*/ 970413 h 1066534"/>
                <a:gd name="connsiteX4" fmla="*/ 0 w 900000"/>
                <a:gd name="connsiteY4" fmla="*/ 520413 h 1066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0000" h="1066534">
                  <a:moveTo>
                    <a:pt x="0" y="520413"/>
                  </a:moveTo>
                  <a:cubicBezTo>
                    <a:pt x="0" y="370413"/>
                    <a:pt x="513988" y="313481"/>
                    <a:pt x="450000" y="70413"/>
                  </a:cubicBezTo>
                  <a:cubicBezTo>
                    <a:pt x="386012" y="-172655"/>
                    <a:pt x="900000" y="271885"/>
                    <a:pt x="900000" y="520413"/>
                  </a:cubicBezTo>
                  <a:cubicBezTo>
                    <a:pt x="900000" y="768941"/>
                    <a:pt x="559631" y="635795"/>
                    <a:pt x="450000" y="970413"/>
                  </a:cubicBezTo>
                  <a:cubicBezTo>
                    <a:pt x="340369" y="1305031"/>
                    <a:pt x="0" y="670413"/>
                    <a:pt x="0" y="520413"/>
                  </a:cubicBezTo>
                  <a:close/>
                </a:path>
              </a:pathLst>
            </a:custGeom>
            <a:ln w="825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a-IR" sz="2800" dirty="0">
                  <a:cs typeface="2  Yekan" panose="00000400000000000000" pitchFamily="2" charset="-78"/>
                </a:rPr>
                <a:t>1</a:t>
              </a:r>
              <a:endParaRPr lang="en-GB" sz="2800" dirty="0">
                <a:cs typeface="2  Yekan" panose="00000400000000000000" pitchFamily="2" charset="-78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215C1B0F-5150-4B0F-930E-BFABE93F1B55}"/>
                </a:ext>
              </a:extLst>
            </p:cNvPr>
            <p:cNvSpPr/>
            <p:nvPr/>
          </p:nvSpPr>
          <p:spPr>
            <a:xfrm>
              <a:off x="5842632" y="1772954"/>
              <a:ext cx="4932000" cy="3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4108" tIns="57054" rIns="114108" bIns="57054" rtlCol="0" anchor="ctr"/>
            <a:lstStyle/>
            <a:p>
              <a:pPr algn="ctr"/>
              <a:endParaRPr lang="id-ID" sz="216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F0502020204030203" pitchFamily="34" charset="0"/>
                <a:ea typeface="Times New Roman" panose="020F0502020204030203" pitchFamily="34" charset="0"/>
                <a:cs typeface="Times New Roman" panose="020F0502020204030203" pitchFamily="34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C43D6F0-6328-43AA-8E49-32F9A4E0E7ED}"/>
                </a:ext>
              </a:extLst>
            </p:cNvPr>
            <p:cNvSpPr txBox="1"/>
            <p:nvPr/>
          </p:nvSpPr>
          <p:spPr>
            <a:xfrm>
              <a:off x="6997994" y="1100954"/>
              <a:ext cx="3723347" cy="546110"/>
            </a:xfrm>
            <a:prstGeom prst="rect">
              <a:avLst/>
            </a:prstGeom>
            <a:noFill/>
          </p:spPr>
          <p:txBody>
            <a:bodyPr wrap="square" lIns="114108" tIns="57054" rIns="114108" bIns="57054" rtlCol="0">
              <a:spAutoFit/>
            </a:bodyPr>
            <a:lstStyle/>
            <a:p>
              <a:pPr algn="r" rtl="1"/>
              <a:r>
                <a:rPr lang="fa-IR" sz="2800" b="1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cs typeface="B Mitra" panose="00000400000000000000" pitchFamily="2" charset="-78"/>
                </a:rPr>
                <a:t>مقدمه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85FFA2EE-A1FB-454D-A6C8-FF368223EF45}"/>
              </a:ext>
            </a:extLst>
          </p:cNvPr>
          <p:cNvGrpSpPr/>
          <p:nvPr/>
        </p:nvGrpSpPr>
        <p:grpSpPr>
          <a:xfrm>
            <a:off x="5294970" y="2929640"/>
            <a:ext cx="5247205" cy="685882"/>
            <a:chOff x="5842632" y="2202955"/>
            <a:chExt cx="5247205" cy="685882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E265C6CC-3960-41A2-98D3-6100388AE40E}"/>
                </a:ext>
              </a:extLst>
            </p:cNvPr>
            <p:cNvSpPr/>
            <p:nvPr/>
          </p:nvSpPr>
          <p:spPr>
            <a:xfrm>
              <a:off x="5842632" y="2852837"/>
              <a:ext cx="4932000" cy="3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4108" tIns="57054" rIns="114108" bIns="57054" rtlCol="0" anchor="ctr"/>
            <a:lstStyle/>
            <a:p>
              <a:pPr algn="ctr"/>
              <a:endParaRPr lang="id-ID" sz="216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F0502020204030203" pitchFamily="34" charset="0"/>
                <a:ea typeface="Times New Roman" panose="020F0502020204030203" pitchFamily="34" charset="0"/>
                <a:cs typeface="Times New Roman" panose="020F0502020204030203" pitchFamily="34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6450B7E-70F6-449C-B0E1-EA3013E37464}"/>
                </a:ext>
              </a:extLst>
            </p:cNvPr>
            <p:cNvSpPr txBox="1"/>
            <p:nvPr/>
          </p:nvSpPr>
          <p:spPr>
            <a:xfrm>
              <a:off x="6345049" y="2202955"/>
              <a:ext cx="4744788" cy="546110"/>
            </a:xfrm>
            <a:prstGeom prst="rect">
              <a:avLst/>
            </a:prstGeom>
            <a:noFill/>
          </p:spPr>
          <p:txBody>
            <a:bodyPr wrap="square" lIns="114108" tIns="57054" rIns="114108" bIns="57054" rtlCol="0">
              <a:spAutoFit/>
            </a:bodyPr>
            <a:lstStyle/>
            <a:p>
              <a:pPr algn="r" rtl="1"/>
              <a:r>
                <a:rPr lang="fa-IR" sz="2800" b="1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تعاریف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EE3B7B10-A61B-4AE6-8277-38990FA6ED6A}"/>
              </a:ext>
            </a:extLst>
          </p:cNvPr>
          <p:cNvGrpSpPr/>
          <p:nvPr/>
        </p:nvGrpSpPr>
        <p:grpSpPr>
          <a:xfrm>
            <a:off x="5663466" y="4030058"/>
            <a:ext cx="4932000" cy="663765"/>
            <a:chOff x="5842632" y="3304955"/>
            <a:chExt cx="4932000" cy="663765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23DC6F6E-AF07-4ABF-95E2-6A9001B34BE7}"/>
                </a:ext>
              </a:extLst>
            </p:cNvPr>
            <p:cNvSpPr/>
            <p:nvPr/>
          </p:nvSpPr>
          <p:spPr>
            <a:xfrm>
              <a:off x="5842632" y="3932720"/>
              <a:ext cx="4932000" cy="3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4108" tIns="57054" rIns="114108" bIns="57054" rtlCol="0" anchor="ctr"/>
            <a:lstStyle/>
            <a:p>
              <a:pPr algn="ctr"/>
              <a:endParaRPr lang="id-ID" sz="216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F0502020204030203" pitchFamily="34" charset="0"/>
                <a:ea typeface="Times New Roman" panose="020F0502020204030203" pitchFamily="34" charset="0"/>
                <a:cs typeface="Times New Roman" panose="020F0502020204030203" pitchFamily="34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4D899F6C-9160-4BF2-BDAD-11C5FA0880F3}"/>
                </a:ext>
              </a:extLst>
            </p:cNvPr>
            <p:cNvSpPr txBox="1"/>
            <p:nvPr/>
          </p:nvSpPr>
          <p:spPr>
            <a:xfrm>
              <a:off x="6691584" y="3304955"/>
              <a:ext cx="4029757" cy="484554"/>
            </a:xfrm>
            <a:prstGeom prst="rect">
              <a:avLst/>
            </a:prstGeom>
            <a:noFill/>
          </p:spPr>
          <p:txBody>
            <a:bodyPr wrap="square" lIns="114108" tIns="57054" rIns="114108" bIns="57054" rtlCol="0">
              <a:spAutoFit/>
            </a:bodyPr>
            <a:lstStyle/>
            <a:p>
              <a:pPr algn="r" rtl="1"/>
              <a:r>
                <a:rPr lang="fa-IR" sz="2400" b="1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مفهوم </a:t>
              </a:r>
              <a:r>
                <a:rPr lang="en-US" sz="2400" b="1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Coupling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DE54AE0A-3238-4154-AA4F-50D309CC469D}"/>
              </a:ext>
            </a:extLst>
          </p:cNvPr>
          <p:cNvGrpSpPr/>
          <p:nvPr/>
        </p:nvGrpSpPr>
        <p:grpSpPr>
          <a:xfrm>
            <a:off x="5663466" y="5149857"/>
            <a:ext cx="4932000" cy="641647"/>
            <a:chOff x="5842632" y="4406956"/>
            <a:chExt cx="4932000" cy="641647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A954C362-F838-453D-922E-AE2E2CBF0DA3}"/>
                </a:ext>
              </a:extLst>
            </p:cNvPr>
            <p:cNvSpPr/>
            <p:nvPr/>
          </p:nvSpPr>
          <p:spPr>
            <a:xfrm>
              <a:off x="5842632" y="5012603"/>
              <a:ext cx="4932000" cy="3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4108" tIns="57054" rIns="114108" bIns="57054" rtlCol="0" anchor="ctr"/>
            <a:lstStyle/>
            <a:p>
              <a:pPr algn="ctr"/>
              <a:endParaRPr lang="id-ID" sz="216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F0502020204030203" pitchFamily="34" charset="0"/>
                <a:ea typeface="Times New Roman" panose="020F0502020204030203" pitchFamily="34" charset="0"/>
                <a:cs typeface="Times New Roman" panose="020F0502020204030203" pitchFamily="34" charset="0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EF5AC3F-9641-46F1-8211-1BCDD1E9D5AA}"/>
                </a:ext>
              </a:extLst>
            </p:cNvPr>
            <p:cNvSpPr txBox="1"/>
            <p:nvPr/>
          </p:nvSpPr>
          <p:spPr>
            <a:xfrm>
              <a:off x="6234383" y="4406956"/>
              <a:ext cx="4486958" cy="484554"/>
            </a:xfrm>
            <a:prstGeom prst="rect">
              <a:avLst/>
            </a:prstGeom>
            <a:noFill/>
          </p:spPr>
          <p:txBody>
            <a:bodyPr wrap="square" lIns="114108" tIns="57054" rIns="114108" bIns="57054" rtlCol="0">
              <a:spAutoFit/>
            </a:bodyPr>
            <a:lstStyle/>
            <a:p>
              <a:pPr algn="r" rtl="1"/>
              <a:r>
                <a:rPr lang="fa-IR" sz="2400" b="1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استفاده از رویدادها برای </a:t>
              </a:r>
              <a:r>
                <a:rPr lang="en-US" sz="2400" b="1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Notification </a:t>
              </a:r>
            </a:p>
          </p:txBody>
        </p:sp>
      </p:grpSp>
      <p:sp>
        <p:nvSpPr>
          <p:cNvPr id="79" name="Title 8">
            <a:extLst>
              <a:ext uri="{FF2B5EF4-FFF2-40B4-BE49-F238E27FC236}">
                <a16:creationId xmlns:a16="http://schemas.microsoft.com/office/drawing/2014/main" id="{06404A35-C1A9-4B94-877F-B90C0B9B5EB0}"/>
              </a:ext>
            </a:extLst>
          </p:cNvPr>
          <p:cNvSpPr txBox="1">
            <a:spLocks/>
          </p:cNvSpPr>
          <p:nvPr/>
        </p:nvSpPr>
        <p:spPr>
          <a:xfrm>
            <a:off x="1351213" y="125675"/>
            <a:ext cx="6480621" cy="1143000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 algn="r" rtl="1">
              <a:buFont typeface="Wingdings" panose="05000000000000000000" pitchFamily="2" charset="2"/>
              <a:buChar char="v"/>
            </a:pPr>
            <a:r>
              <a:rPr lang="fa-IR" sz="3200" dirty="0">
                <a:cs typeface="B Titr" panose="00000700000000000000" pitchFamily="2" charset="-78"/>
              </a:rPr>
              <a:t>فهرست مطالب</a:t>
            </a:r>
            <a:endParaRPr lang="en-US" sz="3200" dirty="0">
              <a:cs typeface="B Titr" panose="00000700000000000000" pitchFamily="2" charset="-78"/>
            </a:endParaRPr>
          </a:p>
        </p:txBody>
      </p:sp>
      <p:sp>
        <p:nvSpPr>
          <p:cNvPr id="49" name="Oval 5">
            <a:extLst>
              <a:ext uri="{FF2B5EF4-FFF2-40B4-BE49-F238E27FC236}">
                <a16:creationId xmlns:a16="http://schemas.microsoft.com/office/drawing/2014/main" id="{13071FFF-81A1-E425-36E6-DBA7253445B5}"/>
              </a:ext>
            </a:extLst>
          </p:cNvPr>
          <p:cNvSpPr/>
          <p:nvPr/>
        </p:nvSpPr>
        <p:spPr>
          <a:xfrm>
            <a:off x="10681248" y="2609210"/>
            <a:ext cx="1074211" cy="1164619"/>
          </a:xfrm>
          <a:custGeom>
            <a:avLst/>
            <a:gdLst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1066534"/>
              <a:gd name="connsiteX1" fmla="*/ 450000 w 900000"/>
              <a:gd name="connsiteY1" fmla="*/ 70413 h 1066534"/>
              <a:gd name="connsiteX2" fmla="*/ 900000 w 900000"/>
              <a:gd name="connsiteY2" fmla="*/ 520413 h 1066534"/>
              <a:gd name="connsiteX3" fmla="*/ 450000 w 900000"/>
              <a:gd name="connsiteY3" fmla="*/ 970413 h 1066534"/>
              <a:gd name="connsiteX4" fmla="*/ 0 w 900000"/>
              <a:gd name="connsiteY4" fmla="*/ 520413 h 1066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000" h="1066534">
                <a:moveTo>
                  <a:pt x="0" y="520413"/>
                </a:moveTo>
                <a:cubicBezTo>
                  <a:pt x="0" y="370413"/>
                  <a:pt x="513988" y="313481"/>
                  <a:pt x="450000" y="70413"/>
                </a:cubicBezTo>
                <a:cubicBezTo>
                  <a:pt x="386012" y="-172655"/>
                  <a:pt x="900000" y="271885"/>
                  <a:pt x="900000" y="520413"/>
                </a:cubicBezTo>
                <a:cubicBezTo>
                  <a:pt x="900000" y="768941"/>
                  <a:pt x="559631" y="635795"/>
                  <a:pt x="450000" y="970413"/>
                </a:cubicBezTo>
                <a:cubicBezTo>
                  <a:pt x="340369" y="1305031"/>
                  <a:pt x="0" y="670413"/>
                  <a:pt x="0" y="520413"/>
                </a:cubicBezTo>
                <a:close/>
              </a:path>
            </a:pathLst>
          </a:custGeom>
          <a:ln w="825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800" dirty="0">
                <a:cs typeface="2  Yekan" panose="00000400000000000000" pitchFamily="2" charset="-78"/>
              </a:rPr>
              <a:t>2</a:t>
            </a:r>
            <a:endParaRPr lang="en-GB" sz="2800" dirty="0">
              <a:cs typeface="2  Yekan" panose="00000400000000000000" pitchFamily="2" charset="-78"/>
            </a:endParaRPr>
          </a:p>
        </p:txBody>
      </p:sp>
      <p:sp>
        <p:nvSpPr>
          <p:cNvPr id="50" name="Oval 5">
            <a:extLst>
              <a:ext uri="{FF2B5EF4-FFF2-40B4-BE49-F238E27FC236}">
                <a16:creationId xmlns:a16="http://schemas.microsoft.com/office/drawing/2014/main" id="{650C2B2C-35B9-035B-D4BD-C224241CB501}"/>
              </a:ext>
            </a:extLst>
          </p:cNvPr>
          <p:cNvSpPr/>
          <p:nvPr/>
        </p:nvSpPr>
        <p:spPr>
          <a:xfrm>
            <a:off x="10681248" y="3756032"/>
            <a:ext cx="1074211" cy="1164619"/>
          </a:xfrm>
          <a:custGeom>
            <a:avLst/>
            <a:gdLst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1066534"/>
              <a:gd name="connsiteX1" fmla="*/ 450000 w 900000"/>
              <a:gd name="connsiteY1" fmla="*/ 70413 h 1066534"/>
              <a:gd name="connsiteX2" fmla="*/ 900000 w 900000"/>
              <a:gd name="connsiteY2" fmla="*/ 520413 h 1066534"/>
              <a:gd name="connsiteX3" fmla="*/ 450000 w 900000"/>
              <a:gd name="connsiteY3" fmla="*/ 970413 h 1066534"/>
              <a:gd name="connsiteX4" fmla="*/ 0 w 900000"/>
              <a:gd name="connsiteY4" fmla="*/ 520413 h 1066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000" h="1066534">
                <a:moveTo>
                  <a:pt x="0" y="520413"/>
                </a:moveTo>
                <a:cubicBezTo>
                  <a:pt x="0" y="370413"/>
                  <a:pt x="513988" y="313481"/>
                  <a:pt x="450000" y="70413"/>
                </a:cubicBezTo>
                <a:cubicBezTo>
                  <a:pt x="386012" y="-172655"/>
                  <a:pt x="900000" y="271885"/>
                  <a:pt x="900000" y="520413"/>
                </a:cubicBezTo>
                <a:cubicBezTo>
                  <a:pt x="900000" y="768941"/>
                  <a:pt x="559631" y="635795"/>
                  <a:pt x="450000" y="970413"/>
                </a:cubicBezTo>
                <a:cubicBezTo>
                  <a:pt x="340369" y="1305031"/>
                  <a:pt x="0" y="670413"/>
                  <a:pt x="0" y="520413"/>
                </a:cubicBezTo>
                <a:close/>
              </a:path>
            </a:pathLst>
          </a:custGeom>
          <a:ln w="825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800" dirty="0">
                <a:cs typeface="2  Yekan" panose="00000400000000000000" pitchFamily="2" charset="-78"/>
              </a:rPr>
              <a:t>3</a:t>
            </a:r>
            <a:endParaRPr lang="en-GB" sz="2800" dirty="0">
              <a:cs typeface="2  Yekan" panose="00000400000000000000" pitchFamily="2" charset="-78"/>
            </a:endParaRPr>
          </a:p>
        </p:txBody>
      </p:sp>
      <p:sp>
        <p:nvSpPr>
          <p:cNvPr id="52" name="Oval 5">
            <a:extLst>
              <a:ext uri="{FF2B5EF4-FFF2-40B4-BE49-F238E27FC236}">
                <a16:creationId xmlns:a16="http://schemas.microsoft.com/office/drawing/2014/main" id="{36AEA3E5-8189-2240-724B-5C828541D4AA}"/>
              </a:ext>
            </a:extLst>
          </p:cNvPr>
          <p:cNvSpPr/>
          <p:nvPr/>
        </p:nvSpPr>
        <p:spPr>
          <a:xfrm>
            <a:off x="10734539" y="4923992"/>
            <a:ext cx="1074211" cy="1164619"/>
          </a:xfrm>
          <a:custGeom>
            <a:avLst/>
            <a:gdLst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1066534"/>
              <a:gd name="connsiteX1" fmla="*/ 450000 w 900000"/>
              <a:gd name="connsiteY1" fmla="*/ 70413 h 1066534"/>
              <a:gd name="connsiteX2" fmla="*/ 900000 w 900000"/>
              <a:gd name="connsiteY2" fmla="*/ 520413 h 1066534"/>
              <a:gd name="connsiteX3" fmla="*/ 450000 w 900000"/>
              <a:gd name="connsiteY3" fmla="*/ 970413 h 1066534"/>
              <a:gd name="connsiteX4" fmla="*/ 0 w 900000"/>
              <a:gd name="connsiteY4" fmla="*/ 520413 h 1066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000" h="1066534">
                <a:moveTo>
                  <a:pt x="0" y="520413"/>
                </a:moveTo>
                <a:cubicBezTo>
                  <a:pt x="0" y="370413"/>
                  <a:pt x="513988" y="313481"/>
                  <a:pt x="450000" y="70413"/>
                </a:cubicBezTo>
                <a:cubicBezTo>
                  <a:pt x="386012" y="-172655"/>
                  <a:pt x="900000" y="271885"/>
                  <a:pt x="900000" y="520413"/>
                </a:cubicBezTo>
                <a:cubicBezTo>
                  <a:pt x="900000" y="768941"/>
                  <a:pt x="559631" y="635795"/>
                  <a:pt x="450000" y="970413"/>
                </a:cubicBezTo>
                <a:cubicBezTo>
                  <a:pt x="340369" y="1305031"/>
                  <a:pt x="0" y="670413"/>
                  <a:pt x="0" y="520413"/>
                </a:cubicBezTo>
                <a:close/>
              </a:path>
            </a:pathLst>
          </a:custGeom>
          <a:ln w="825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800" dirty="0">
                <a:cs typeface="2  Yekan" panose="00000400000000000000" pitchFamily="2" charset="-78"/>
              </a:rPr>
              <a:t>4</a:t>
            </a:r>
            <a:endParaRPr lang="en-GB" sz="2800" dirty="0">
              <a:cs typeface="2  Yekan" panose="00000400000000000000" pitchFamily="2" charset="-78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26AFBF2-B455-21DA-2F48-928D4EE6088F}"/>
              </a:ext>
            </a:extLst>
          </p:cNvPr>
          <p:cNvGrpSpPr/>
          <p:nvPr/>
        </p:nvGrpSpPr>
        <p:grpSpPr>
          <a:xfrm>
            <a:off x="-266811" y="1528651"/>
            <a:ext cx="6231066" cy="1164619"/>
            <a:chOff x="5703559" y="691489"/>
            <a:chExt cx="6231066" cy="1164619"/>
          </a:xfrm>
        </p:grpSpPr>
        <p:sp>
          <p:nvSpPr>
            <p:cNvPr id="19" name="Oval 5">
              <a:extLst>
                <a:ext uri="{FF2B5EF4-FFF2-40B4-BE49-F238E27FC236}">
                  <a16:creationId xmlns:a16="http://schemas.microsoft.com/office/drawing/2014/main" id="{120E734F-9AB5-8E91-C052-C05D99AB9B6B}"/>
                </a:ext>
              </a:extLst>
            </p:cNvPr>
            <p:cNvSpPr/>
            <p:nvPr/>
          </p:nvSpPr>
          <p:spPr>
            <a:xfrm>
              <a:off x="10860414" y="691489"/>
              <a:ext cx="1074211" cy="1164619"/>
            </a:xfrm>
            <a:custGeom>
              <a:avLst/>
              <a:gdLst>
                <a:gd name="connsiteX0" fmla="*/ 0 w 900000"/>
                <a:gd name="connsiteY0" fmla="*/ 450000 h 900000"/>
                <a:gd name="connsiteX1" fmla="*/ 450000 w 900000"/>
                <a:gd name="connsiteY1" fmla="*/ 0 h 900000"/>
                <a:gd name="connsiteX2" fmla="*/ 900000 w 900000"/>
                <a:gd name="connsiteY2" fmla="*/ 450000 h 900000"/>
                <a:gd name="connsiteX3" fmla="*/ 450000 w 900000"/>
                <a:gd name="connsiteY3" fmla="*/ 900000 h 900000"/>
                <a:gd name="connsiteX4" fmla="*/ 0 w 900000"/>
                <a:gd name="connsiteY4" fmla="*/ 450000 h 900000"/>
                <a:gd name="connsiteX0" fmla="*/ 0 w 900000"/>
                <a:gd name="connsiteY0" fmla="*/ 450000 h 900000"/>
                <a:gd name="connsiteX1" fmla="*/ 450000 w 900000"/>
                <a:gd name="connsiteY1" fmla="*/ 0 h 900000"/>
                <a:gd name="connsiteX2" fmla="*/ 900000 w 900000"/>
                <a:gd name="connsiteY2" fmla="*/ 450000 h 900000"/>
                <a:gd name="connsiteX3" fmla="*/ 450000 w 900000"/>
                <a:gd name="connsiteY3" fmla="*/ 900000 h 900000"/>
                <a:gd name="connsiteX4" fmla="*/ 0 w 900000"/>
                <a:gd name="connsiteY4" fmla="*/ 450000 h 900000"/>
                <a:gd name="connsiteX0" fmla="*/ 0 w 900000"/>
                <a:gd name="connsiteY0" fmla="*/ 520413 h 970413"/>
                <a:gd name="connsiteX1" fmla="*/ 450000 w 900000"/>
                <a:gd name="connsiteY1" fmla="*/ 70413 h 970413"/>
                <a:gd name="connsiteX2" fmla="*/ 900000 w 900000"/>
                <a:gd name="connsiteY2" fmla="*/ 520413 h 970413"/>
                <a:gd name="connsiteX3" fmla="*/ 450000 w 900000"/>
                <a:gd name="connsiteY3" fmla="*/ 970413 h 970413"/>
                <a:gd name="connsiteX4" fmla="*/ 0 w 900000"/>
                <a:gd name="connsiteY4" fmla="*/ 520413 h 970413"/>
                <a:gd name="connsiteX0" fmla="*/ 0 w 900000"/>
                <a:gd name="connsiteY0" fmla="*/ 520413 h 970413"/>
                <a:gd name="connsiteX1" fmla="*/ 450000 w 900000"/>
                <a:gd name="connsiteY1" fmla="*/ 70413 h 970413"/>
                <a:gd name="connsiteX2" fmla="*/ 900000 w 900000"/>
                <a:gd name="connsiteY2" fmla="*/ 520413 h 970413"/>
                <a:gd name="connsiteX3" fmla="*/ 450000 w 900000"/>
                <a:gd name="connsiteY3" fmla="*/ 970413 h 970413"/>
                <a:gd name="connsiteX4" fmla="*/ 0 w 900000"/>
                <a:gd name="connsiteY4" fmla="*/ 520413 h 970413"/>
                <a:gd name="connsiteX0" fmla="*/ 0 w 900000"/>
                <a:gd name="connsiteY0" fmla="*/ 520413 h 1066534"/>
                <a:gd name="connsiteX1" fmla="*/ 450000 w 900000"/>
                <a:gd name="connsiteY1" fmla="*/ 70413 h 1066534"/>
                <a:gd name="connsiteX2" fmla="*/ 900000 w 900000"/>
                <a:gd name="connsiteY2" fmla="*/ 520413 h 1066534"/>
                <a:gd name="connsiteX3" fmla="*/ 450000 w 900000"/>
                <a:gd name="connsiteY3" fmla="*/ 970413 h 1066534"/>
                <a:gd name="connsiteX4" fmla="*/ 0 w 900000"/>
                <a:gd name="connsiteY4" fmla="*/ 520413 h 1066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0000" h="1066534">
                  <a:moveTo>
                    <a:pt x="0" y="520413"/>
                  </a:moveTo>
                  <a:cubicBezTo>
                    <a:pt x="0" y="370413"/>
                    <a:pt x="513988" y="313481"/>
                    <a:pt x="450000" y="70413"/>
                  </a:cubicBezTo>
                  <a:cubicBezTo>
                    <a:pt x="386012" y="-172655"/>
                    <a:pt x="900000" y="271885"/>
                    <a:pt x="900000" y="520413"/>
                  </a:cubicBezTo>
                  <a:cubicBezTo>
                    <a:pt x="900000" y="768941"/>
                    <a:pt x="559631" y="635795"/>
                    <a:pt x="450000" y="970413"/>
                  </a:cubicBezTo>
                  <a:cubicBezTo>
                    <a:pt x="340369" y="1305031"/>
                    <a:pt x="0" y="670413"/>
                    <a:pt x="0" y="520413"/>
                  </a:cubicBezTo>
                  <a:close/>
                </a:path>
              </a:pathLst>
            </a:custGeom>
            <a:ln w="825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a-IR" sz="2800" dirty="0">
                  <a:cs typeface="2  Yekan" panose="00000400000000000000" pitchFamily="2" charset="-78"/>
                </a:rPr>
                <a:t>5</a:t>
              </a:r>
              <a:endParaRPr lang="en-GB" sz="2800" dirty="0">
                <a:cs typeface="2  Yekan" panose="00000400000000000000" pitchFamily="2" charset="-78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952CCEA-6D81-CABC-3602-8F299B7AB60F}"/>
                </a:ext>
              </a:extLst>
            </p:cNvPr>
            <p:cNvSpPr/>
            <p:nvPr/>
          </p:nvSpPr>
          <p:spPr>
            <a:xfrm>
              <a:off x="5842632" y="1772954"/>
              <a:ext cx="4932000" cy="3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4108" tIns="57054" rIns="114108" bIns="57054" rtlCol="0" anchor="ctr"/>
            <a:lstStyle/>
            <a:p>
              <a:pPr algn="ctr"/>
              <a:endParaRPr lang="id-ID" sz="216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F0502020204030203" pitchFamily="34" charset="0"/>
                <a:ea typeface="Times New Roman" panose="020F0502020204030203" pitchFamily="34" charset="0"/>
                <a:cs typeface="Times New Roman" panose="020F0502020204030203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B82AAC8-FB76-F70F-C019-106D27CECFA1}"/>
                </a:ext>
              </a:extLst>
            </p:cNvPr>
            <p:cNvSpPr txBox="1"/>
            <p:nvPr/>
          </p:nvSpPr>
          <p:spPr>
            <a:xfrm>
              <a:off x="5703559" y="1100954"/>
              <a:ext cx="5017783" cy="484554"/>
            </a:xfrm>
            <a:prstGeom prst="rect">
              <a:avLst/>
            </a:prstGeom>
            <a:noFill/>
          </p:spPr>
          <p:txBody>
            <a:bodyPr wrap="square" lIns="114108" tIns="57054" rIns="114108" bIns="57054" rtlCol="0">
              <a:spAutoFit/>
            </a:bodyPr>
            <a:lstStyle/>
            <a:p>
              <a:pPr algn="r" rtl="1"/>
              <a:r>
                <a:rPr lang="fa-IR" sz="2400" b="1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cs typeface="B Mitra" panose="00000400000000000000" pitchFamily="2" charset="-78"/>
                </a:rPr>
                <a:t>استفاده از رویدادها برای </a:t>
              </a:r>
              <a:r>
                <a:rPr lang="en-US" sz="2400" b="1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cs typeface="B Mitra" panose="00000400000000000000" pitchFamily="2" charset="-78"/>
                </a:rPr>
                <a:t>State transfer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0E51110-D865-39C1-5C2C-3566F760A9EA}"/>
              </a:ext>
            </a:extLst>
          </p:cNvPr>
          <p:cNvGrpSpPr/>
          <p:nvPr/>
        </p:nvGrpSpPr>
        <p:grpSpPr>
          <a:xfrm>
            <a:off x="-496234" y="3041699"/>
            <a:ext cx="5247205" cy="685882"/>
            <a:chOff x="5842632" y="2202955"/>
            <a:chExt cx="5247205" cy="685882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C5AD55D-DB74-8B35-9368-B20B28FE436C}"/>
                </a:ext>
              </a:extLst>
            </p:cNvPr>
            <p:cNvSpPr/>
            <p:nvPr/>
          </p:nvSpPr>
          <p:spPr>
            <a:xfrm>
              <a:off x="5842632" y="2852837"/>
              <a:ext cx="4932000" cy="3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4108" tIns="57054" rIns="114108" bIns="57054" rtlCol="0" anchor="ctr"/>
            <a:lstStyle/>
            <a:p>
              <a:pPr algn="ctr"/>
              <a:endParaRPr lang="id-ID" sz="216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F0502020204030203" pitchFamily="34" charset="0"/>
                <a:ea typeface="Times New Roman" panose="020F0502020204030203" pitchFamily="34" charset="0"/>
                <a:cs typeface="Times New Roman" panose="020F0502020204030203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C7AAA22-DE01-1FBF-9D74-83F100847032}"/>
                </a:ext>
              </a:extLst>
            </p:cNvPr>
            <p:cNvSpPr txBox="1"/>
            <p:nvPr/>
          </p:nvSpPr>
          <p:spPr>
            <a:xfrm>
              <a:off x="6345049" y="2202955"/>
              <a:ext cx="4744788" cy="484554"/>
            </a:xfrm>
            <a:prstGeom prst="rect">
              <a:avLst/>
            </a:prstGeom>
            <a:noFill/>
          </p:spPr>
          <p:txBody>
            <a:bodyPr wrap="square" lIns="114108" tIns="57054" rIns="114108" bIns="57054" rtlCol="0">
              <a:spAutoFit/>
            </a:bodyPr>
            <a:lstStyle/>
            <a:p>
              <a:pPr algn="r" rtl="1"/>
              <a:r>
                <a:rPr lang="fa-IR" sz="2400" b="1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الگوی همکاری رویداد ها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DF86D48-5895-4009-E39E-D7583FCFD32C}"/>
              </a:ext>
            </a:extLst>
          </p:cNvPr>
          <p:cNvGrpSpPr/>
          <p:nvPr/>
        </p:nvGrpSpPr>
        <p:grpSpPr>
          <a:xfrm>
            <a:off x="-127738" y="4142117"/>
            <a:ext cx="4932000" cy="663765"/>
            <a:chOff x="5842632" y="3304955"/>
            <a:chExt cx="4932000" cy="663765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BC41584-D407-9104-BD6A-F1A64C2CCBDF}"/>
                </a:ext>
              </a:extLst>
            </p:cNvPr>
            <p:cNvSpPr/>
            <p:nvPr/>
          </p:nvSpPr>
          <p:spPr>
            <a:xfrm>
              <a:off x="5842632" y="3932720"/>
              <a:ext cx="4932000" cy="3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4108" tIns="57054" rIns="114108" bIns="57054" rtlCol="0" anchor="ctr"/>
            <a:lstStyle/>
            <a:p>
              <a:pPr algn="ctr"/>
              <a:endParaRPr lang="id-ID" sz="216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F0502020204030203" pitchFamily="34" charset="0"/>
                <a:ea typeface="Times New Roman" panose="020F0502020204030203" pitchFamily="34" charset="0"/>
                <a:cs typeface="Times New Roman" panose="020F0502020204030203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A7B2C7A-9C46-46E1-A1AB-B1FF9FEDA4D1}"/>
                </a:ext>
              </a:extLst>
            </p:cNvPr>
            <p:cNvSpPr txBox="1"/>
            <p:nvPr/>
          </p:nvSpPr>
          <p:spPr>
            <a:xfrm>
              <a:off x="6691584" y="3304955"/>
              <a:ext cx="4029757" cy="484554"/>
            </a:xfrm>
            <a:prstGeom prst="rect">
              <a:avLst/>
            </a:prstGeom>
            <a:noFill/>
          </p:spPr>
          <p:txBody>
            <a:bodyPr wrap="square" lIns="114108" tIns="57054" rIns="114108" bIns="57054" rtlCol="0">
              <a:spAutoFit/>
            </a:bodyPr>
            <a:lstStyle/>
            <a:p>
              <a:pPr algn="r" rtl="1"/>
              <a:r>
                <a:rPr lang="fa-IR" sz="2400" b="1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ارتباط رویدادها با پردازش استریمی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7509393-33A3-430B-0D48-E60F7474715F}"/>
              </a:ext>
            </a:extLst>
          </p:cNvPr>
          <p:cNvGrpSpPr/>
          <p:nvPr/>
        </p:nvGrpSpPr>
        <p:grpSpPr>
          <a:xfrm>
            <a:off x="-186129" y="5261916"/>
            <a:ext cx="5071073" cy="641647"/>
            <a:chOff x="5703559" y="4406956"/>
            <a:chExt cx="5071073" cy="641647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F9A10FC-1A8D-0F49-41A1-51C8A13002BC}"/>
                </a:ext>
              </a:extLst>
            </p:cNvPr>
            <p:cNvSpPr/>
            <p:nvPr/>
          </p:nvSpPr>
          <p:spPr>
            <a:xfrm>
              <a:off x="5842632" y="5012603"/>
              <a:ext cx="4932000" cy="3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4108" tIns="57054" rIns="114108" bIns="57054" rtlCol="0" anchor="ctr"/>
            <a:lstStyle/>
            <a:p>
              <a:pPr algn="ctr"/>
              <a:endParaRPr lang="id-ID" sz="216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F0502020204030203" pitchFamily="34" charset="0"/>
                <a:ea typeface="Times New Roman" panose="020F0502020204030203" pitchFamily="34" charset="0"/>
                <a:cs typeface="Times New Roman" panose="020F0502020204030203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B619A28-EB9D-1FBE-9D56-E94AD453851D}"/>
                </a:ext>
              </a:extLst>
            </p:cNvPr>
            <p:cNvSpPr txBox="1"/>
            <p:nvPr/>
          </p:nvSpPr>
          <p:spPr>
            <a:xfrm>
              <a:off x="5703559" y="4406956"/>
              <a:ext cx="5017782" cy="484554"/>
            </a:xfrm>
            <a:prstGeom prst="rect">
              <a:avLst/>
            </a:prstGeom>
            <a:noFill/>
          </p:spPr>
          <p:txBody>
            <a:bodyPr wrap="square" lIns="114108" tIns="57054" rIns="114108" bIns="57054" rtlCol="0">
              <a:spAutoFit/>
            </a:bodyPr>
            <a:lstStyle/>
            <a:p>
              <a:pPr algn="r" rtl="1"/>
              <a:r>
                <a:rPr lang="fa-IR" sz="2400" b="1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ترکیب پروتکل های درخواست و رویداد محور</a:t>
              </a:r>
            </a:p>
          </p:txBody>
        </p:sp>
      </p:grpSp>
      <p:sp>
        <p:nvSpPr>
          <p:cNvPr id="32" name="Oval 5">
            <a:extLst>
              <a:ext uri="{FF2B5EF4-FFF2-40B4-BE49-F238E27FC236}">
                <a16:creationId xmlns:a16="http://schemas.microsoft.com/office/drawing/2014/main" id="{B48378DD-0D82-A69A-97FC-3BAA61741363}"/>
              </a:ext>
            </a:extLst>
          </p:cNvPr>
          <p:cNvSpPr/>
          <p:nvPr/>
        </p:nvSpPr>
        <p:spPr>
          <a:xfrm>
            <a:off x="4890044" y="2721269"/>
            <a:ext cx="1074211" cy="1164619"/>
          </a:xfrm>
          <a:custGeom>
            <a:avLst/>
            <a:gdLst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1066534"/>
              <a:gd name="connsiteX1" fmla="*/ 450000 w 900000"/>
              <a:gd name="connsiteY1" fmla="*/ 70413 h 1066534"/>
              <a:gd name="connsiteX2" fmla="*/ 900000 w 900000"/>
              <a:gd name="connsiteY2" fmla="*/ 520413 h 1066534"/>
              <a:gd name="connsiteX3" fmla="*/ 450000 w 900000"/>
              <a:gd name="connsiteY3" fmla="*/ 970413 h 1066534"/>
              <a:gd name="connsiteX4" fmla="*/ 0 w 900000"/>
              <a:gd name="connsiteY4" fmla="*/ 520413 h 1066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000" h="1066534">
                <a:moveTo>
                  <a:pt x="0" y="520413"/>
                </a:moveTo>
                <a:cubicBezTo>
                  <a:pt x="0" y="370413"/>
                  <a:pt x="513988" y="313481"/>
                  <a:pt x="450000" y="70413"/>
                </a:cubicBezTo>
                <a:cubicBezTo>
                  <a:pt x="386012" y="-172655"/>
                  <a:pt x="900000" y="271885"/>
                  <a:pt x="900000" y="520413"/>
                </a:cubicBezTo>
                <a:cubicBezTo>
                  <a:pt x="900000" y="768941"/>
                  <a:pt x="559631" y="635795"/>
                  <a:pt x="450000" y="970413"/>
                </a:cubicBezTo>
                <a:cubicBezTo>
                  <a:pt x="340369" y="1305031"/>
                  <a:pt x="0" y="670413"/>
                  <a:pt x="0" y="520413"/>
                </a:cubicBezTo>
                <a:close/>
              </a:path>
            </a:pathLst>
          </a:custGeom>
          <a:ln w="825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800" dirty="0">
                <a:cs typeface="2  Yekan" panose="00000400000000000000" pitchFamily="2" charset="-78"/>
              </a:rPr>
              <a:t>6</a:t>
            </a:r>
            <a:endParaRPr lang="en-GB" sz="2800" dirty="0">
              <a:cs typeface="2  Yekan" panose="00000400000000000000" pitchFamily="2" charset="-78"/>
            </a:endParaRPr>
          </a:p>
        </p:txBody>
      </p:sp>
      <p:sp>
        <p:nvSpPr>
          <p:cNvPr id="33" name="Oval 5">
            <a:extLst>
              <a:ext uri="{FF2B5EF4-FFF2-40B4-BE49-F238E27FC236}">
                <a16:creationId xmlns:a16="http://schemas.microsoft.com/office/drawing/2014/main" id="{76868F73-D122-8A31-FE7F-A553C72270A2}"/>
              </a:ext>
            </a:extLst>
          </p:cNvPr>
          <p:cNvSpPr/>
          <p:nvPr/>
        </p:nvSpPr>
        <p:spPr>
          <a:xfrm>
            <a:off x="4890044" y="3868091"/>
            <a:ext cx="1074211" cy="1164619"/>
          </a:xfrm>
          <a:custGeom>
            <a:avLst/>
            <a:gdLst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1066534"/>
              <a:gd name="connsiteX1" fmla="*/ 450000 w 900000"/>
              <a:gd name="connsiteY1" fmla="*/ 70413 h 1066534"/>
              <a:gd name="connsiteX2" fmla="*/ 900000 w 900000"/>
              <a:gd name="connsiteY2" fmla="*/ 520413 h 1066534"/>
              <a:gd name="connsiteX3" fmla="*/ 450000 w 900000"/>
              <a:gd name="connsiteY3" fmla="*/ 970413 h 1066534"/>
              <a:gd name="connsiteX4" fmla="*/ 0 w 900000"/>
              <a:gd name="connsiteY4" fmla="*/ 520413 h 1066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000" h="1066534">
                <a:moveTo>
                  <a:pt x="0" y="520413"/>
                </a:moveTo>
                <a:cubicBezTo>
                  <a:pt x="0" y="370413"/>
                  <a:pt x="513988" y="313481"/>
                  <a:pt x="450000" y="70413"/>
                </a:cubicBezTo>
                <a:cubicBezTo>
                  <a:pt x="386012" y="-172655"/>
                  <a:pt x="900000" y="271885"/>
                  <a:pt x="900000" y="520413"/>
                </a:cubicBezTo>
                <a:cubicBezTo>
                  <a:pt x="900000" y="768941"/>
                  <a:pt x="559631" y="635795"/>
                  <a:pt x="450000" y="970413"/>
                </a:cubicBezTo>
                <a:cubicBezTo>
                  <a:pt x="340369" y="1305031"/>
                  <a:pt x="0" y="670413"/>
                  <a:pt x="0" y="520413"/>
                </a:cubicBezTo>
                <a:close/>
              </a:path>
            </a:pathLst>
          </a:custGeom>
          <a:ln w="825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800" dirty="0">
                <a:cs typeface="2  Yekan" panose="00000400000000000000" pitchFamily="2" charset="-78"/>
              </a:rPr>
              <a:t>7</a:t>
            </a:r>
            <a:endParaRPr lang="en-GB" sz="2800" dirty="0">
              <a:cs typeface="2  Yekan" panose="00000400000000000000" pitchFamily="2" charset="-78"/>
            </a:endParaRPr>
          </a:p>
        </p:txBody>
      </p:sp>
      <p:sp>
        <p:nvSpPr>
          <p:cNvPr id="34" name="Oval 5">
            <a:extLst>
              <a:ext uri="{FF2B5EF4-FFF2-40B4-BE49-F238E27FC236}">
                <a16:creationId xmlns:a16="http://schemas.microsoft.com/office/drawing/2014/main" id="{9203F7C1-9659-3AB3-F34F-ECA7357B5D0E}"/>
              </a:ext>
            </a:extLst>
          </p:cNvPr>
          <p:cNvSpPr/>
          <p:nvPr/>
        </p:nvSpPr>
        <p:spPr>
          <a:xfrm>
            <a:off x="4873426" y="5032710"/>
            <a:ext cx="1074211" cy="1164619"/>
          </a:xfrm>
          <a:custGeom>
            <a:avLst/>
            <a:gdLst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1066534"/>
              <a:gd name="connsiteX1" fmla="*/ 450000 w 900000"/>
              <a:gd name="connsiteY1" fmla="*/ 70413 h 1066534"/>
              <a:gd name="connsiteX2" fmla="*/ 900000 w 900000"/>
              <a:gd name="connsiteY2" fmla="*/ 520413 h 1066534"/>
              <a:gd name="connsiteX3" fmla="*/ 450000 w 900000"/>
              <a:gd name="connsiteY3" fmla="*/ 970413 h 1066534"/>
              <a:gd name="connsiteX4" fmla="*/ 0 w 900000"/>
              <a:gd name="connsiteY4" fmla="*/ 520413 h 1066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000" h="1066534">
                <a:moveTo>
                  <a:pt x="0" y="520413"/>
                </a:moveTo>
                <a:cubicBezTo>
                  <a:pt x="0" y="370413"/>
                  <a:pt x="513988" y="313481"/>
                  <a:pt x="450000" y="70413"/>
                </a:cubicBezTo>
                <a:cubicBezTo>
                  <a:pt x="386012" y="-172655"/>
                  <a:pt x="900000" y="271885"/>
                  <a:pt x="900000" y="520413"/>
                </a:cubicBezTo>
                <a:cubicBezTo>
                  <a:pt x="900000" y="768941"/>
                  <a:pt x="559631" y="635795"/>
                  <a:pt x="450000" y="970413"/>
                </a:cubicBezTo>
                <a:cubicBezTo>
                  <a:pt x="340369" y="1305031"/>
                  <a:pt x="0" y="670413"/>
                  <a:pt x="0" y="520413"/>
                </a:cubicBezTo>
                <a:close/>
              </a:path>
            </a:pathLst>
          </a:custGeom>
          <a:ln w="825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800" dirty="0">
                <a:cs typeface="2  Yekan" panose="00000400000000000000" pitchFamily="2" charset="-78"/>
              </a:rPr>
              <a:t>8</a:t>
            </a:r>
            <a:endParaRPr lang="en-GB" sz="2800" dirty="0">
              <a:cs typeface="2  Yeka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107679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5">
            <a:hlinkClick r:id="rId3" action="ppaction://hlinksldjump"/>
            <a:extLst>
              <a:ext uri="{FF2B5EF4-FFF2-40B4-BE49-F238E27FC236}">
                <a16:creationId xmlns:a16="http://schemas.microsoft.com/office/drawing/2014/main" id="{4FEC8B3B-1F5F-4536-BDBB-01725D03325A}"/>
              </a:ext>
            </a:extLst>
          </p:cNvPr>
          <p:cNvSpPr/>
          <p:nvPr/>
        </p:nvSpPr>
        <p:spPr>
          <a:xfrm>
            <a:off x="8885332" y="2298976"/>
            <a:ext cx="2880000" cy="3240000"/>
          </a:xfrm>
          <a:custGeom>
            <a:avLst/>
            <a:gdLst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1066534"/>
              <a:gd name="connsiteX1" fmla="*/ 450000 w 900000"/>
              <a:gd name="connsiteY1" fmla="*/ 70413 h 1066534"/>
              <a:gd name="connsiteX2" fmla="*/ 900000 w 900000"/>
              <a:gd name="connsiteY2" fmla="*/ 520413 h 1066534"/>
              <a:gd name="connsiteX3" fmla="*/ 450000 w 900000"/>
              <a:gd name="connsiteY3" fmla="*/ 970413 h 1066534"/>
              <a:gd name="connsiteX4" fmla="*/ 0 w 900000"/>
              <a:gd name="connsiteY4" fmla="*/ 520413 h 1066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000" h="1066534">
                <a:moveTo>
                  <a:pt x="0" y="520413"/>
                </a:moveTo>
                <a:cubicBezTo>
                  <a:pt x="0" y="370413"/>
                  <a:pt x="513988" y="313481"/>
                  <a:pt x="450000" y="70413"/>
                </a:cubicBezTo>
                <a:cubicBezTo>
                  <a:pt x="386012" y="-172655"/>
                  <a:pt x="900000" y="271885"/>
                  <a:pt x="900000" y="520413"/>
                </a:cubicBezTo>
                <a:cubicBezTo>
                  <a:pt x="900000" y="768941"/>
                  <a:pt x="559631" y="635795"/>
                  <a:pt x="450000" y="970413"/>
                </a:cubicBezTo>
                <a:cubicBezTo>
                  <a:pt x="340369" y="1305031"/>
                  <a:pt x="0" y="670413"/>
                  <a:pt x="0" y="520413"/>
                </a:cubicBezTo>
                <a:close/>
              </a:path>
            </a:pathLst>
          </a:custGeom>
          <a:ln w="825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cs typeface="B Titr" panose="00000700000000000000" pitchFamily="2" charset="-78"/>
            </a:endParaRPr>
          </a:p>
        </p:txBody>
      </p:sp>
      <p:sp>
        <p:nvSpPr>
          <p:cNvPr id="33" name="Content Placeholder 32">
            <a:extLst>
              <a:ext uri="{FF2B5EF4-FFF2-40B4-BE49-F238E27FC236}">
                <a16:creationId xmlns:a16="http://schemas.microsoft.com/office/drawing/2014/main" id="{E8897C0E-F1EA-42BD-9740-45A04F63B8F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fa-IR" dirty="0"/>
              <a:t>مقدمه</a:t>
            </a:r>
            <a:endParaRPr lang="ar-OM" dirty="0"/>
          </a:p>
        </p:txBody>
      </p:sp>
      <p:sp>
        <p:nvSpPr>
          <p:cNvPr id="19" name="Google Shape;4326;p55">
            <a:hlinkClick r:id="rId4" action="ppaction://hlinksldjump"/>
            <a:extLst>
              <a:ext uri="{FF2B5EF4-FFF2-40B4-BE49-F238E27FC236}">
                <a16:creationId xmlns:a16="http://schemas.microsoft.com/office/drawing/2014/main" id="{079B8287-46CF-4F02-98C3-B1E7BE70145D}"/>
              </a:ext>
            </a:extLst>
          </p:cNvPr>
          <p:cNvSpPr/>
          <p:nvPr/>
        </p:nvSpPr>
        <p:spPr>
          <a:xfrm>
            <a:off x="11196893" y="6387218"/>
            <a:ext cx="482052" cy="421088"/>
          </a:xfrm>
          <a:custGeom>
            <a:avLst/>
            <a:gdLst/>
            <a:ahLst/>
            <a:cxnLst/>
            <a:rect l="l" t="t" r="r" b="b"/>
            <a:pathLst>
              <a:path w="11217" h="10342" extrusionOk="0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rgbClr val="003964"/>
          </a:solidFill>
          <a:ln>
            <a:solidFill>
              <a:srgbClr val="003964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" name="Arrow: Chevron 2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CA98E42-2A50-4507-A5CC-5A9C114CDE93}"/>
              </a:ext>
            </a:extLst>
          </p:cNvPr>
          <p:cNvSpPr/>
          <p:nvPr/>
        </p:nvSpPr>
        <p:spPr>
          <a:xfrm>
            <a:off x="11776075" y="6457950"/>
            <a:ext cx="292100" cy="350356"/>
          </a:xfrm>
          <a:prstGeom prst="chevron">
            <a:avLst/>
          </a:prstGeom>
          <a:solidFill>
            <a:srgbClr val="3494B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7" name="Arrow: Chevron 2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512E6121-5D89-4F6E-9E8F-AD8173CCB308}"/>
              </a:ext>
            </a:extLst>
          </p:cNvPr>
          <p:cNvSpPr/>
          <p:nvPr/>
        </p:nvSpPr>
        <p:spPr>
          <a:xfrm flipH="1">
            <a:off x="10807663" y="6457950"/>
            <a:ext cx="292100" cy="350356"/>
          </a:xfrm>
          <a:prstGeom prst="chevron">
            <a:avLst/>
          </a:prstGeom>
          <a:solidFill>
            <a:srgbClr val="3494B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A5DD57-63E9-631B-889F-546538AE60DB}"/>
              </a:ext>
            </a:extLst>
          </p:cNvPr>
          <p:cNvSpPr txBox="1"/>
          <p:nvPr/>
        </p:nvSpPr>
        <p:spPr>
          <a:xfrm>
            <a:off x="9637486" y="3715657"/>
            <a:ext cx="11701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4000" dirty="0">
                <a:solidFill>
                  <a:schemeClr val="bg1"/>
                </a:solidFill>
                <a:cs typeface="2  Yekan" panose="00000400000000000000" pitchFamily="2" charset="-78"/>
              </a:rPr>
              <a:t>1</a:t>
            </a:r>
            <a:endParaRPr lang="en-US" sz="40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298E8E3F-4D44-A109-22DD-5EF230A6D9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414" t="-69463" r="3213" b="-42969"/>
          <a:stretch/>
        </p:blipFill>
        <p:spPr>
          <a:xfrm>
            <a:off x="-1326262" y="-971782"/>
            <a:ext cx="5966304" cy="6130872"/>
          </a:xfrm>
        </p:spPr>
      </p:pic>
    </p:spTree>
    <p:extLst>
      <p:ext uri="{BB962C8B-B14F-4D97-AF65-F5344CB8AC3E}">
        <p14:creationId xmlns:p14="http://schemas.microsoft.com/office/powerpoint/2010/main" val="8326402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2BF8E5D-7419-4EC2-B783-7A3A45BE08B3}"/>
              </a:ext>
            </a:extLst>
          </p:cNvPr>
          <p:cNvSpPr/>
          <p:nvPr/>
        </p:nvSpPr>
        <p:spPr>
          <a:xfrm>
            <a:off x="10949651" y="0"/>
            <a:ext cx="12423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Rectangle 59">
            <a:hlinkClick r:id="rId3" action="ppaction://hlinksldjump"/>
            <a:extLst>
              <a:ext uri="{FF2B5EF4-FFF2-40B4-BE49-F238E27FC236}">
                <a16:creationId xmlns:a16="http://schemas.microsoft.com/office/drawing/2014/main" id="{9F2A817A-7E6F-45F4-9179-64527A033401}"/>
              </a:ext>
            </a:extLst>
          </p:cNvPr>
          <p:cNvSpPr/>
          <p:nvPr/>
        </p:nvSpPr>
        <p:spPr>
          <a:xfrm>
            <a:off x="11220931" y="1746859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Rectangle 60">
            <a:hlinkClick r:id="" action="ppaction://noaction"/>
            <a:extLst>
              <a:ext uri="{FF2B5EF4-FFF2-40B4-BE49-F238E27FC236}">
                <a16:creationId xmlns:a16="http://schemas.microsoft.com/office/drawing/2014/main" id="{8E54AF34-0C62-4DAF-8274-01E30BCB3515}"/>
              </a:ext>
            </a:extLst>
          </p:cNvPr>
          <p:cNvSpPr/>
          <p:nvPr/>
        </p:nvSpPr>
        <p:spPr>
          <a:xfrm>
            <a:off x="11209665" y="3151750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Rectangle 62">
            <a:hlinkClick r:id="" action="ppaction://noaction"/>
            <a:extLst>
              <a:ext uri="{FF2B5EF4-FFF2-40B4-BE49-F238E27FC236}">
                <a16:creationId xmlns:a16="http://schemas.microsoft.com/office/drawing/2014/main" id="{7701E4F5-A741-414F-9E5E-F21530B54D84}"/>
              </a:ext>
            </a:extLst>
          </p:cNvPr>
          <p:cNvSpPr/>
          <p:nvPr/>
        </p:nvSpPr>
        <p:spPr>
          <a:xfrm>
            <a:off x="11208501" y="5819188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Oval 5">
            <a:hlinkClick r:id="rId4" action="ppaction://hlinksldjump"/>
            <a:extLst>
              <a:ext uri="{FF2B5EF4-FFF2-40B4-BE49-F238E27FC236}">
                <a16:creationId xmlns:a16="http://schemas.microsoft.com/office/drawing/2014/main" id="{DAA14DA5-AE56-4725-8660-43720C7012CC}"/>
              </a:ext>
            </a:extLst>
          </p:cNvPr>
          <p:cNvSpPr/>
          <p:nvPr userDrawn="1"/>
        </p:nvSpPr>
        <p:spPr>
          <a:xfrm>
            <a:off x="10419766" y="227524"/>
            <a:ext cx="1065788" cy="1252198"/>
          </a:xfrm>
          <a:custGeom>
            <a:avLst/>
            <a:gdLst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1066534"/>
              <a:gd name="connsiteX1" fmla="*/ 450000 w 900000"/>
              <a:gd name="connsiteY1" fmla="*/ 70413 h 1066534"/>
              <a:gd name="connsiteX2" fmla="*/ 900000 w 900000"/>
              <a:gd name="connsiteY2" fmla="*/ 520413 h 1066534"/>
              <a:gd name="connsiteX3" fmla="*/ 450000 w 900000"/>
              <a:gd name="connsiteY3" fmla="*/ 970413 h 1066534"/>
              <a:gd name="connsiteX4" fmla="*/ 0 w 900000"/>
              <a:gd name="connsiteY4" fmla="*/ 520413 h 1066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000" h="1066534">
                <a:moveTo>
                  <a:pt x="0" y="520413"/>
                </a:moveTo>
                <a:cubicBezTo>
                  <a:pt x="0" y="370413"/>
                  <a:pt x="513988" y="313481"/>
                  <a:pt x="450000" y="70413"/>
                </a:cubicBezTo>
                <a:cubicBezTo>
                  <a:pt x="386012" y="-172655"/>
                  <a:pt x="900000" y="271885"/>
                  <a:pt x="900000" y="520413"/>
                </a:cubicBezTo>
                <a:cubicBezTo>
                  <a:pt x="900000" y="768941"/>
                  <a:pt x="559631" y="635795"/>
                  <a:pt x="450000" y="970413"/>
                </a:cubicBezTo>
                <a:cubicBezTo>
                  <a:pt x="340369" y="1305031"/>
                  <a:pt x="0" y="670413"/>
                  <a:pt x="0" y="520413"/>
                </a:cubicBezTo>
                <a:close/>
              </a:path>
            </a:pathLst>
          </a:custGeom>
          <a:ln w="825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cs typeface="B Titr" panose="00000700000000000000" pitchFamily="2" charset="-78"/>
            </a:endParaRPr>
          </a:p>
        </p:txBody>
      </p:sp>
      <p:sp>
        <p:nvSpPr>
          <p:cNvPr id="85" name="Title 84">
            <a:extLst>
              <a:ext uri="{FF2B5EF4-FFF2-40B4-BE49-F238E27FC236}">
                <a16:creationId xmlns:a16="http://schemas.microsoft.com/office/drawing/2014/main" id="{0AB545A4-F003-4150-A2F1-B37C44D8E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مقدمه </a:t>
            </a:r>
            <a:endParaRPr lang="en-GB" dirty="0"/>
          </a:p>
        </p:txBody>
      </p:sp>
      <p:sp>
        <p:nvSpPr>
          <p:cNvPr id="48" name="Content Placeholder 53">
            <a:extLst>
              <a:ext uri="{FF2B5EF4-FFF2-40B4-BE49-F238E27FC236}">
                <a16:creationId xmlns:a16="http://schemas.microsoft.com/office/drawing/2014/main" id="{E847F55A-84BE-42EA-9D93-2FA7E8CB234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>
                <a:cs typeface="B Nazanin" panose="00000400000000000000" pitchFamily="2" charset="-78"/>
              </a:rPr>
              <a:t> </a:t>
            </a:r>
            <a:endParaRPr lang="ar-OM" dirty="0">
              <a:cs typeface="B Nazanin" panose="00000400000000000000" pitchFamily="2" charset="-78"/>
            </a:endParaRPr>
          </a:p>
        </p:txBody>
      </p:sp>
      <p:sp>
        <p:nvSpPr>
          <p:cNvPr id="88" name="Content Placeholder 32">
            <a:extLst>
              <a:ext uri="{FF2B5EF4-FFF2-40B4-BE49-F238E27FC236}">
                <a16:creationId xmlns:a16="http://schemas.microsoft.com/office/drawing/2014/main" id="{B993B468-AE23-4C10-844D-4A5786CB820D}"/>
              </a:ext>
            </a:extLst>
          </p:cNvPr>
          <p:cNvSpPr txBox="1">
            <a:spLocks/>
          </p:cNvSpPr>
          <p:nvPr/>
        </p:nvSpPr>
        <p:spPr>
          <a:xfrm>
            <a:off x="11551833" y="-16017"/>
            <a:ext cx="538221" cy="1679787"/>
          </a:xfrm>
          <a:prstGeom prst="rect">
            <a:avLst/>
          </a:prstGeom>
          <a:noFill/>
          <a:effectLst>
            <a:outerShdw blurRad="50800" dist="12700" dir="5400000" algn="ctr" rotWithShape="0">
              <a:schemeClr val="accent4">
                <a:lumMod val="20000"/>
                <a:lumOff val="80000"/>
                <a:alpha val="99000"/>
              </a:schemeClr>
            </a:outerShdw>
          </a:effectLst>
        </p:spPr>
        <p:txBody>
          <a:bodyPr vert="vert270" wrap="square" lIns="114108" tIns="57054" rIns="114108" bIns="57054" rtlCol="0">
            <a:spAutoFit/>
          </a:bodyPr>
          <a:lstStyle>
            <a:defPPr>
              <a:defRPr lang="en-US"/>
            </a:defPPr>
            <a:lvl1pPr algn="ctr" rtl="1">
              <a:defRPr sz="2000" b="1">
                <a:ln w="0"/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cs typeface="B Mitra" panose="00000400000000000000" pitchFamily="2" charset="-78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6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4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2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2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a-IR" dirty="0"/>
              <a:t>مقدمه</a:t>
            </a:r>
            <a:endParaRPr lang="ar-OM" dirty="0"/>
          </a:p>
        </p:txBody>
      </p:sp>
      <p:sp>
        <p:nvSpPr>
          <p:cNvPr id="81" name="Striped Right Arrow 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7FF57801-6451-4DFE-A1CA-7F296A6035ED}"/>
              </a:ext>
            </a:extLst>
          </p:cNvPr>
          <p:cNvSpPr/>
          <p:nvPr/>
        </p:nvSpPr>
        <p:spPr>
          <a:xfrm rot="16200000">
            <a:off x="80162" y="5783314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sp>
        <p:nvSpPr>
          <p:cNvPr id="82" name="Striped Right Arrow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DE533A3-697F-4E2B-ABB8-A90B940933AD}"/>
              </a:ext>
            </a:extLst>
          </p:cNvPr>
          <p:cNvSpPr/>
          <p:nvPr/>
        </p:nvSpPr>
        <p:spPr>
          <a:xfrm>
            <a:off x="644918" y="6352996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59ACCF-70CA-091B-C40D-86CD327AD695}"/>
              </a:ext>
            </a:extLst>
          </p:cNvPr>
          <p:cNvSpPr txBox="1"/>
          <p:nvPr/>
        </p:nvSpPr>
        <p:spPr>
          <a:xfrm>
            <a:off x="10604508" y="587785"/>
            <a:ext cx="523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1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BD277B-EE30-3235-6829-7C6D1386CCC4}"/>
              </a:ext>
            </a:extLst>
          </p:cNvPr>
          <p:cNvSpPr txBox="1"/>
          <p:nvPr/>
        </p:nvSpPr>
        <p:spPr>
          <a:xfrm>
            <a:off x="11194494" y="3436653"/>
            <a:ext cx="852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03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61890F-9761-4891-1145-40AC216705CE}"/>
              </a:ext>
            </a:extLst>
          </p:cNvPr>
          <p:cNvSpPr txBox="1"/>
          <p:nvPr/>
        </p:nvSpPr>
        <p:spPr>
          <a:xfrm>
            <a:off x="11137005" y="4592044"/>
            <a:ext cx="860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04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70098B-9076-B0E1-E411-1F18038AFD2E}"/>
              </a:ext>
            </a:extLst>
          </p:cNvPr>
          <p:cNvSpPr txBox="1"/>
          <p:nvPr/>
        </p:nvSpPr>
        <p:spPr>
          <a:xfrm>
            <a:off x="11227769" y="2227046"/>
            <a:ext cx="852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02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63AB0E8-6123-0520-5496-B8E07554C63A}"/>
              </a:ext>
            </a:extLst>
          </p:cNvPr>
          <p:cNvGrpSpPr/>
          <p:nvPr/>
        </p:nvGrpSpPr>
        <p:grpSpPr>
          <a:xfrm>
            <a:off x="644992" y="1551719"/>
            <a:ext cx="5454697" cy="1090860"/>
            <a:chOff x="1696693" y="1865258"/>
            <a:chExt cx="4497480" cy="1191131"/>
          </a:xfrm>
        </p:grpSpPr>
        <p:grpSp>
          <p:nvGrpSpPr>
            <p:cNvPr id="3" name="그룹 21">
              <a:extLst>
                <a:ext uri="{FF2B5EF4-FFF2-40B4-BE49-F238E27FC236}">
                  <a16:creationId xmlns:a16="http://schemas.microsoft.com/office/drawing/2014/main" id="{305FE2C2-E90D-2A16-0857-EBB77A66DF97}"/>
                </a:ext>
              </a:extLst>
            </p:cNvPr>
            <p:cNvGrpSpPr/>
            <p:nvPr/>
          </p:nvGrpSpPr>
          <p:grpSpPr>
            <a:xfrm flipH="1">
              <a:off x="1696693" y="1865258"/>
              <a:ext cx="4497480" cy="1191131"/>
              <a:chOff x="4110527" y="2503919"/>
              <a:chExt cx="4358355" cy="1068224"/>
            </a:xfrm>
          </p:grpSpPr>
          <p:sp>
            <p:nvSpPr>
              <p:cNvPr id="21" name="타원 15">
                <a:extLst>
                  <a:ext uri="{FF2B5EF4-FFF2-40B4-BE49-F238E27FC236}">
                    <a16:creationId xmlns:a16="http://schemas.microsoft.com/office/drawing/2014/main" id="{A9653C85-A374-EA27-D0D0-6040CB829389}"/>
                  </a:ext>
                </a:extLst>
              </p:cNvPr>
              <p:cNvSpPr/>
              <p:nvPr/>
            </p:nvSpPr>
            <p:spPr>
              <a:xfrm>
                <a:off x="4421274" y="2668590"/>
                <a:ext cx="517758" cy="634554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/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>
                  <a:solidFill>
                    <a:srgbClr val="001B50"/>
                  </a:solidFill>
                  <a:latin typeface="Times New Roman" pitchFamily="34" charset="0"/>
                  <a:ea typeface="맑은 고딕" pitchFamily="50" charset="-127"/>
                </a:endParaRPr>
              </a:p>
            </p:txBody>
          </p:sp>
          <p:sp>
            <p:nvSpPr>
              <p:cNvPr id="22" name="자유형 16">
                <a:extLst>
                  <a:ext uri="{FF2B5EF4-FFF2-40B4-BE49-F238E27FC236}">
                    <a16:creationId xmlns:a16="http://schemas.microsoft.com/office/drawing/2014/main" id="{40A01A6B-8260-0020-C65A-78912F13AEB7}"/>
                  </a:ext>
                </a:extLst>
              </p:cNvPr>
              <p:cNvSpPr/>
              <p:nvPr/>
            </p:nvSpPr>
            <p:spPr>
              <a:xfrm>
                <a:off x="4110527" y="2503919"/>
                <a:ext cx="4358355" cy="1068224"/>
              </a:xfrm>
              <a:custGeom>
                <a:avLst/>
                <a:gdLst>
                  <a:gd name="connsiteX0" fmla="*/ 0 w 4358355"/>
                  <a:gd name="connsiteY0" fmla="*/ 734939 h 734939"/>
                  <a:gd name="connsiteX1" fmla="*/ 4358355 w 4358355"/>
                  <a:gd name="connsiteY1" fmla="*/ 734939 h 734939"/>
                  <a:gd name="connsiteX2" fmla="*/ 4358355 w 4358355"/>
                  <a:gd name="connsiteY2" fmla="*/ 0 h 734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358355" h="734939">
                    <a:moveTo>
                      <a:pt x="0" y="734939"/>
                    </a:moveTo>
                    <a:lnTo>
                      <a:pt x="4358355" y="734939"/>
                    </a:lnTo>
                    <a:lnTo>
                      <a:pt x="4358355" y="0"/>
                    </a:lnTo>
                  </a:path>
                </a:pathLst>
              </a:custGeom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solidFill>
                    <a:srgbClr val="001B50"/>
                  </a:solidFill>
                  <a:latin typeface="Times New Roman" pitchFamily="34" charset="0"/>
                  <a:ea typeface="맑은 고딕" pitchFamily="50" charset="-127"/>
                </a:endParaRPr>
              </a:p>
            </p:txBody>
          </p:sp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C6851A6E-100B-3134-C5CE-904959D3B5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64858" y="2539359"/>
                <a:ext cx="3198944" cy="90417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just" rtl="1"/>
                <a:r>
                  <a:rPr lang="ar-SA" sz="18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Nazanin" panose="00000400000000000000" pitchFamily="2" charset="-78"/>
                  </a:rPr>
                  <a:t>معماری‌های مبتنی بر سرویس مانند میکروسرویس‌ها، معمولاً با پروتکل‌های درخواست</a:t>
                </a:r>
                <a:r>
                  <a:rPr lang="en-US" sz="18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Nazanin" panose="00000400000000000000" pitchFamily="2" charset="-78"/>
                  </a:rPr>
                  <a:t>-</a:t>
                </a:r>
                <a:r>
                  <a:rPr lang="ar-SA" sz="18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Nazanin" panose="00000400000000000000" pitchFamily="2" charset="-78"/>
                  </a:rPr>
                  <a:t>پاسخ سنکرون ساخته می‌شوند</a:t>
                </a:r>
                <a:endParaRPr lang="es-CO" sz="1600" b="1" dirty="0">
                  <a:solidFill>
                    <a:srgbClr val="001B50"/>
                  </a:solidFill>
                  <a:latin typeface="Times New Roman" panose="020B0604020202020204" pitchFamily="34" charset="0"/>
                </a:endParaRPr>
              </a:p>
            </p:txBody>
          </p:sp>
        </p:grpSp>
        <p:grpSp>
          <p:nvGrpSpPr>
            <p:cNvPr id="4" name="Google Shape;685;p35">
              <a:extLst>
                <a:ext uri="{FF2B5EF4-FFF2-40B4-BE49-F238E27FC236}">
                  <a16:creationId xmlns:a16="http://schemas.microsoft.com/office/drawing/2014/main" id="{C0B7ED07-DF5C-3D28-896C-EBE87867C803}"/>
                </a:ext>
              </a:extLst>
            </p:cNvPr>
            <p:cNvGrpSpPr/>
            <p:nvPr/>
          </p:nvGrpSpPr>
          <p:grpSpPr>
            <a:xfrm>
              <a:off x="5471792" y="2234716"/>
              <a:ext cx="272464" cy="379063"/>
              <a:chOff x="4518575" y="2506200"/>
              <a:chExt cx="206100" cy="265450"/>
            </a:xfrm>
          </p:grpSpPr>
          <p:sp>
            <p:nvSpPr>
              <p:cNvPr id="5" name="Google Shape;686;p35">
                <a:extLst>
                  <a:ext uri="{FF2B5EF4-FFF2-40B4-BE49-F238E27FC236}">
                    <a16:creationId xmlns:a16="http://schemas.microsoft.com/office/drawing/2014/main" id="{0AEFCFCA-C58B-875A-4D0F-972F7034F744}"/>
                  </a:ext>
                </a:extLst>
              </p:cNvPr>
              <p:cNvSpPr/>
              <p:nvPr/>
            </p:nvSpPr>
            <p:spPr>
              <a:xfrm>
                <a:off x="4518575" y="2506200"/>
                <a:ext cx="206100" cy="265450"/>
              </a:xfrm>
              <a:custGeom>
                <a:avLst/>
                <a:gdLst/>
                <a:ahLst/>
                <a:cxnLst/>
                <a:rect l="l" t="t" r="r" b="b"/>
                <a:pathLst>
                  <a:path w="8244" h="10618" extrusionOk="0">
                    <a:moveTo>
                      <a:pt x="7440" y="786"/>
                    </a:moveTo>
                    <a:lnTo>
                      <a:pt x="7440" y="9832"/>
                    </a:lnTo>
                    <a:lnTo>
                      <a:pt x="803" y="9832"/>
                    </a:lnTo>
                    <a:lnTo>
                      <a:pt x="803" y="786"/>
                    </a:lnTo>
                    <a:close/>
                    <a:moveTo>
                      <a:pt x="0" y="1"/>
                    </a:moveTo>
                    <a:lnTo>
                      <a:pt x="0" y="10617"/>
                    </a:lnTo>
                    <a:lnTo>
                      <a:pt x="8243" y="10617"/>
                    </a:lnTo>
                    <a:lnTo>
                      <a:pt x="82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46280" tIns="146280" rIns="146280" bIns="146280" anchor="ctr" anchorCtr="0">
                <a:noAutofit/>
              </a:bodyPr>
              <a:lstStyle/>
              <a:p>
                <a:endParaRPr sz="1600">
                  <a:solidFill>
                    <a:srgbClr val="001B50"/>
                  </a:solidFill>
                </a:endParaRPr>
              </a:p>
            </p:txBody>
          </p:sp>
          <p:sp>
            <p:nvSpPr>
              <p:cNvPr id="6" name="Google Shape;687;p35">
                <a:extLst>
                  <a:ext uri="{FF2B5EF4-FFF2-40B4-BE49-F238E27FC236}">
                    <a16:creationId xmlns:a16="http://schemas.microsoft.com/office/drawing/2014/main" id="{83CF1822-3C40-8868-3A2E-B53B96FFEB46}"/>
                  </a:ext>
                </a:extLst>
              </p:cNvPr>
              <p:cNvSpPr/>
              <p:nvPr/>
            </p:nvSpPr>
            <p:spPr>
              <a:xfrm>
                <a:off x="4628300" y="2555725"/>
                <a:ext cx="56225" cy="13400"/>
              </a:xfrm>
              <a:custGeom>
                <a:avLst/>
                <a:gdLst/>
                <a:ahLst/>
                <a:cxnLst/>
                <a:rect l="l" t="t" r="r" b="b"/>
                <a:pathLst>
                  <a:path w="2249" h="536" extrusionOk="0">
                    <a:moveTo>
                      <a:pt x="0" y="0"/>
                    </a:moveTo>
                    <a:lnTo>
                      <a:pt x="0" y="536"/>
                    </a:lnTo>
                    <a:lnTo>
                      <a:pt x="2249" y="536"/>
                    </a:lnTo>
                    <a:lnTo>
                      <a:pt x="22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46280" tIns="146280" rIns="146280" bIns="146280" anchor="ctr" anchorCtr="0">
                <a:noAutofit/>
              </a:bodyPr>
              <a:lstStyle/>
              <a:p>
                <a:endParaRPr sz="1600">
                  <a:solidFill>
                    <a:srgbClr val="001B50"/>
                  </a:solidFill>
                </a:endParaRPr>
              </a:p>
            </p:txBody>
          </p:sp>
          <p:sp>
            <p:nvSpPr>
              <p:cNvPr id="12" name="Google Shape;688;p35">
                <a:extLst>
                  <a:ext uri="{FF2B5EF4-FFF2-40B4-BE49-F238E27FC236}">
                    <a16:creationId xmlns:a16="http://schemas.microsoft.com/office/drawing/2014/main" id="{AAC896F9-D7CB-B1DD-FD8A-4D39A371A210}"/>
                  </a:ext>
                </a:extLst>
              </p:cNvPr>
              <p:cNvSpPr/>
              <p:nvPr/>
            </p:nvSpPr>
            <p:spPr>
              <a:xfrm>
                <a:off x="4628300" y="2608800"/>
                <a:ext cx="56225" cy="13425"/>
              </a:xfrm>
              <a:custGeom>
                <a:avLst/>
                <a:gdLst/>
                <a:ahLst/>
                <a:cxnLst/>
                <a:rect l="l" t="t" r="r" b="b"/>
                <a:pathLst>
                  <a:path w="2249" h="537" extrusionOk="0">
                    <a:moveTo>
                      <a:pt x="0" y="1"/>
                    </a:moveTo>
                    <a:lnTo>
                      <a:pt x="0" y="536"/>
                    </a:lnTo>
                    <a:lnTo>
                      <a:pt x="2249" y="536"/>
                    </a:lnTo>
                    <a:lnTo>
                      <a:pt x="224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46280" tIns="146280" rIns="146280" bIns="146280" anchor="ctr" anchorCtr="0">
                <a:noAutofit/>
              </a:bodyPr>
              <a:lstStyle/>
              <a:p>
                <a:endParaRPr sz="1600">
                  <a:solidFill>
                    <a:srgbClr val="001B50"/>
                  </a:solidFill>
                </a:endParaRPr>
              </a:p>
            </p:txBody>
          </p:sp>
          <p:sp>
            <p:nvSpPr>
              <p:cNvPr id="15" name="Google Shape;689;p35">
                <a:extLst>
                  <a:ext uri="{FF2B5EF4-FFF2-40B4-BE49-F238E27FC236}">
                    <a16:creationId xmlns:a16="http://schemas.microsoft.com/office/drawing/2014/main" id="{10291FFD-CA2D-9034-F302-63ED23DA77CC}"/>
                  </a:ext>
                </a:extLst>
              </p:cNvPr>
              <p:cNvSpPr/>
              <p:nvPr/>
            </p:nvSpPr>
            <p:spPr>
              <a:xfrm>
                <a:off x="4628300" y="2715425"/>
                <a:ext cx="56225" cy="13400"/>
              </a:xfrm>
              <a:custGeom>
                <a:avLst/>
                <a:gdLst/>
                <a:ahLst/>
                <a:cxnLst/>
                <a:rect l="l" t="t" r="r" b="b"/>
                <a:pathLst>
                  <a:path w="2249" h="536" extrusionOk="0">
                    <a:moveTo>
                      <a:pt x="0" y="0"/>
                    </a:moveTo>
                    <a:lnTo>
                      <a:pt x="0" y="535"/>
                    </a:lnTo>
                    <a:lnTo>
                      <a:pt x="2249" y="535"/>
                    </a:lnTo>
                    <a:lnTo>
                      <a:pt x="22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46280" tIns="146280" rIns="146280" bIns="146280" anchor="ctr" anchorCtr="0">
                <a:noAutofit/>
              </a:bodyPr>
              <a:lstStyle/>
              <a:p>
                <a:endParaRPr sz="1600">
                  <a:solidFill>
                    <a:srgbClr val="001B50"/>
                  </a:solidFill>
                </a:endParaRPr>
              </a:p>
            </p:txBody>
          </p:sp>
          <p:sp>
            <p:nvSpPr>
              <p:cNvPr id="16" name="Google Shape;690;p35">
                <a:extLst>
                  <a:ext uri="{FF2B5EF4-FFF2-40B4-BE49-F238E27FC236}">
                    <a16:creationId xmlns:a16="http://schemas.microsoft.com/office/drawing/2014/main" id="{9BA812BC-A5AD-8E4B-EF8E-5A952719B113}"/>
                  </a:ext>
                </a:extLst>
              </p:cNvPr>
              <p:cNvSpPr/>
              <p:nvPr/>
            </p:nvSpPr>
            <p:spPr>
              <a:xfrm>
                <a:off x="4628300" y="2662325"/>
                <a:ext cx="56225" cy="12975"/>
              </a:xfrm>
              <a:custGeom>
                <a:avLst/>
                <a:gdLst/>
                <a:ahLst/>
                <a:cxnLst/>
                <a:rect l="l" t="t" r="r" b="b"/>
                <a:pathLst>
                  <a:path w="2249" h="519" extrusionOk="0">
                    <a:moveTo>
                      <a:pt x="0" y="1"/>
                    </a:moveTo>
                    <a:lnTo>
                      <a:pt x="0" y="518"/>
                    </a:lnTo>
                    <a:lnTo>
                      <a:pt x="2249" y="518"/>
                    </a:lnTo>
                    <a:lnTo>
                      <a:pt x="224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46280" tIns="146280" rIns="146280" bIns="146280" anchor="ctr" anchorCtr="0">
                <a:noAutofit/>
              </a:bodyPr>
              <a:lstStyle/>
              <a:p>
                <a:endParaRPr sz="1600">
                  <a:solidFill>
                    <a:srgbClr val="001B50"/>
                  </a:solidFill>
                </a:endParaRPr>
              </a:p>
            </p:txBody>
          </p:sp>
          <p:sp>
            <p:nvSpPr>
              <p:cNvPr id="17" name="Google Shape;691;p35">
                <a:extLst>
                  <a:ext uri="{FF2B5EF4-FFF2-40B4-BE49-F238E27FC236}">
                    <a16:creationId xmlns:a16="http://schemas.microsoft.com/office/drawing/2014/main" id="{5D750F1F-58E5-AC94-6F81-1E963CCA708E}"/>
                  </a:ext>
                </a:extLst>
              </p:cNvPr>
              <p:cNvSpPr/>
              <p:nvPr/>
            </p:nvSpPr>
            <p:spPr>
              <a:xfrm>
                <a:off x="4558275" y="2539225"/>
                <a:ext cx="49525" cy="40600"/>
              </a:xfrm>
              <a:custGeom>
                <a:avLst/>
                <a:gdLst/>
                <a:ahLst/>
                <a:cxnLst/>
                <a:rect l="l" t="t" r="r" b="b"/>
                <a:pathLst>
                  <a:path w="1981" h="1624" extrusionOk="0">
                    <a:moveTo>
                      <a:pt x="1606" y="0"/>
                    </a:moveTo>
                    <a:lnTo>
                      <a:pt x="732" y="875"/>
                    </a:lnTo>
                    <a:lnTo>
                      <a:pt x="375" y="536"/>
                    </a:lnTo>
                    <a:lnTo>
                      <a:pt x="0" y="910"/>
                    </a:lnTo>
                    <a:lnTo>
                      <a:pt x="732" y="1624"/>
                    </a:lnTo>
                    <a:lnTo>
                      <a:pt x="1981" y="375"/>
                    </a:lnTo>
                    <a:lnTo>
                      <a:pt x="160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46280" tIns="146280" rIns="146280" bIns="146280" anchor="ctr" anchorCtr="0">
                <a:noAutofit/>
              </a:bodyPr>
              <a:lstStyle/>
              <a:p>
                <a:endParaRPr sz="1600">
                  <a:solidFill>
                    <a:srgbClr val="001B50"/>
                  </a:solidFill>
                </a:endParaRPr>
              </a:p>
            </p:txBody>
          </p:sp>
          <p:sp>
            <p:nvSpPr>
              <p:cNvPr id="18" name="Google Shape;692;p35">
                <a:extLst>
                  <a:ext uri="{FF2B5EF4-FFF2-40B4-BE49-F238E27FC236}">
                    <a16:creationId xmlns:a16="http://schemas.microsoft.com/office/drawing/2014/main" id="{459A5570-B2CF-B733-A1CC-45CEFE4A3AF8}"/>
                  </a:ext>
                </a:extLst>
              </p:cNvPr>
              <p:cNvSpPr/>
              <p:nvPr/>
            </p:nvSpPr>
            <p:spPr>
              <a:xfrm>
                <a:off x="4558275" y="2592300"/>
                <a:ext cx="49525" cy="40625"/>
              </a:xfrm>
              <a:custGeom>
                <a:avLst/>
                <a:gdLst/>
                <a:ahLst/>
                <a:cxnLst/>
                <a:rect l="l" t="t" r="r" b="b"/>
                <a:pathLst>
                  <a:path w="1981" h="1625" extrusionOk="0">
                    <a:moveTo>
                      <a:pt x="1606" y="1"/>
                    </a:moveTo>
                    <a:lnTo>
                      <a:pt x="732" y="893"/>
                    </a:lnTo>
                    <a:lnTo>
                      <a:pt x="375" y="536"/>
                    </a:lnTo>
                    <a:lnTo>
                      <a:pt x="0" y="911"/>
                    </a:lnTo>
                    <a:lnTo>
                      <a:pt x="732" y="1624"/>
                    </a:lnTo>
                    <a:lnTo>
                      <a:pt x="1981" y="375"/>
                    </a:lnTo>
                    <a:lnTo>
                      <a:pt x="16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46280" tIns="146280" rIns="146280" bIns="146280" anchor="ctr" anchorCtr="0">
                <a:noAutofit/>
              </a:bodyPr>
              <a:lstStyle/>
              <a:p>
                <a:endParaRPr sz="1600">
                  <a:solidFill>
                    <a:srgbClr val="001B50"/>
                  </a:solidFill>
                </a:endParaRPr>
              </a:p>
            </p:txBody>
          </p:sp>
          <p:sp>
            <p:nvSpPr>
              <p:cNvPr id="19" name="Google Shape;693;p35">
                <a:extLst>
                  <a:ext uri="{FF2B5EF4-FFF2-40B4-BE49-F238E27FC236}">
                    <a16:creationId xmlns:a16="http://schemas.microsoft.com/office/drawing/2014/main" id="{7921CABD-C399-692C-4A54-229BB6DBDB4A}"/>
                  </a:ext>
                </a:extLst>
              </p:cNvPr>
              <p:cNvSpPr/>
              <p:nvPr/>
            </p:nvSpPr>
            <p:spPr>
              <a:xfrm>
                <a:off x="4558275" y="2645375"/>
                <a:ext cx="49525" cy="41075"/>
              </a:xfrm>
              <a:custGeom>
                <a:avLst/>
                <a:gdLst/>
                <a:ahLst/>
                <a:cxnLst/>
                <a:rect l="l" t="t" r="r" b="b"/>
                <a:pathLst>
                  <a:path w="1981" h="1643" extrusionOk="0">
                    <a:moveTo>
                      <a:pt x="1606" y="1"/>
                    </a:moveTo>
                    <a:lnTo>
                      <a:pt x="732" y="893"/>
                    </a:lnTo>
                    <a:lnTo>
                      <a:pt x="375" y="536"/>
                    </a:lnTo>
                    <a:lnTo>
                      <a:pt x="0" y="911"/>
                    </a:lnTo>
                    <a:lnTo>
                      <a:pt x="732" y="1642"/>
                    </a:lnTo>
                    <a:lnTo>
                      <a:pt x="1981" y="376"/>
                    </a:lnTo>
                    <a:lnTo>
                      <a:pt x="16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46280" tIns="146280" rIns="146280" bIns="146280" anchor="ctr" anchorCtr="0">
                <a:noAutofit/>
              </a:bodyPr>
              <a:lstStyle/>
              <a:p>
                <a:endParaRPr sz="1600">
                  <a:solidFill>
                    <a:srgbClr val="001B50"/>
                  </a:solidFill>
                </a:endParaRPr>
              </a:p>
            </p:txBody>
          </p:sp>
          <p:sp>
            <p:nvSpPr>
              <p:cNvPr id="20" name="Google Shape;694;p35">
                <a:extLst>
                  <a:ext uri="{FF2B5EF4-FFF2-40B4-BE49-F238E27FC236}">
                    <a16:creationId xmlns:a16="http://schemas.microsoft.com/office/drawing/2014/main" id="{53E5532F-B02C-F320-8E65-6801606008B3}"/>
                  </a:ext>
                </a:extLst>
              </p:cNvPr>
              <p:cNvSpPr/>
              <p:nvPr/>
            </p:nvSpPr>
            <p:spPr>
              <a:xfrm>
                <a:off x="4558275" y="2698025"/>
                <a:ext cx="49525" cy="40600"/>
              </a:xfrm>
              <a:custGeom>
                <a:avLst/>
                <a:gdLst/>
                <a:ahLst/>
                <a:cxnLst/>
                <a:rect l="l" t="t" r="r" b="b"/>
                <a:pathLst>
                  <a:path w="1981" h="1624" extrusionOk="0">
                    <a:moveTo>
                      <a:pt x="1606" y="0"/>
                    </a:moveTo>
                    <a:lnTo>
                      <a:pt x="732" y="875"/>
                    </a:lnTo>
                    <a:lnTo>
                      <a:pt x="375" y="536"/>
                    </a:lnTo>
                    <a:lnTo>
                      <a:pt x="0" y="910"/>
                    </a:lnTo>
                    <a:lnTo>
                      <a:pt x="732" y="1624"/>
                    </a:lnTo>
                    <a:lnTo>
                      <a:pt x="1981" y="375"/>
                    </a:lnTo>
                    <a:lnTo>
                      <a:pt x="160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46280" tIns="146280" rIns="146280" bIns="146280" anchor="ctr" anchorCtr="0">
                <a:noAutofit/>
              </a:bodyPr>
              <a:lstStyle/>
              <a:p>
                <a:endParaRPr sz="1600">
                  <a:solidFill>
                    <a:srgbClr val="001B50"/>
                  </a:solidFill>
                </a:endParaRP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5768364-D4AD-8C23-D788-CB44A6A2F15E}"/>
              </a:ext>
            </a:extLst>
          </p:cNvPr>
          <p:cNvGrpSpPr/>
          <p:nvPr/>
        </p:nvGrpSpPr>
        <p:grpSpPr>
          <a:xfrm>
            <a:off x="650014" y="3020682"/>
            <a:ext cx="5449674" cy="1090860"/>
            <a:chOff x="1699579" y="3264634"/>
            <a:chExt cx="4491921" cy="1191131"/>
          </a:xfrm>
        </p:grpSpPr>
        <p:grpSp>
          <p:nvGrpSpPr>
            <p:cNvPr id="25" name="그룹 57">
              <a:extLst>
                <a:ext uri="{FF2B5EF4-FFF2-40B4-BE49-F238E27FC236}">
                  <a16:creationId xmlns:a16="http://schemas.microsoft.com/office/drawing/2014/main" id="{4D78625F-DA47-FDB2-C6CF-9AD24AFEE029}"/>
                </a:ext>
              </a:extLst>
            </p:cNvPr>
            <p:cNvGrpSpPr/>
            <p:nvPr/>
          </p:nvGrpSpPr>
          <p:grpSpPr>
            <a:xfrm flipH="1">
              <a:off x="1699579" y="3264634"/>
              <a:ext cx="4491921" cy="1191131"/>
              <a:chOff x="4110527" y="2503919"/>
              <a:chExt cx="4358355" cy="1068224"/>
            </a:xfrm>
          </p:grpSpPr>
          <p:sp>
            <p:nvSpPr>
              <p:cNvPr id="27" name="타원 58">
                <a:extLst>
                  <a:ext uri="{FF2B5EF4-FFF2-40B4-BE49-F238E27FC236}">
                    <a16:creationId xmlns:a16="http://schemas.microsoft.com/office/drawing/2014/main" id="{50304FA0-589F-18E9-AA97-0029FD513EBF}"/>
                  </a:ext>
                </a:extLst>
              </p:cNvPr>
              <p:cNvSpPr/>
              <p:nvPr/>
            </p:nvSpPr>
            <p:spPr>
              <a:xfrm>
                <a:off x="4386949" y="2673152"/>
                <a:ext cx="518235" cy="634554"/>
              </a:xfrm>
              <a:prstGeom prst="ellipse">
                <a:avLst/>
              </a:prstGeom>
              <a:solidFill>
                <a:srgbClr val="001030"/>
              </a:solidFill>
              <a:ln>
                <a:solidFill>
                  <a:schemeClr val="bg1"/>
                </a:solidFill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solidFill>
                    <a:srgbClr val="001B50"/>
                  </a:solidFill>
                  <a:latin typeface="Times New Roman" pitchFamily="34" charset="0"/>
                  <a:ea typeface="맑은 고딕" pitchFamily="50" charset="-127"/>
                </a:endParaRPr>
              </a:p>
            </p:txBody>
          </p:sp>
          <p:sp>
            <p:nvSpPr>
              <p:cNvPr id="28" name="자유형 60">
                <a:extLst>
                  <a:ext uri="{FF2B5EF4-FFF2-40B4-BE49-F238E27FC236}">
                    <a16:creationId xmlns:a16="http://schemas.microsoft.com/office/drawing/2014/main" id="{042895B7-4BC8-EDD9-C304-C44A2B6E240E}"/>
                  </a:ext>
                </a:extLst>
              </p:cNvPr>
              <p:cNvSpPr/>
              <p:nvPr/>
            </p:nvSpPr>
            <p:spPr>
              <a:xfrm>
                <a:off x="4110527" y="2503919"/>
                <a:ext cx="4358355" cy="1068224"/>
              </a:xfrm>
              <a:custGeom>
                <a:avLst/>
                <a:gdLst>
                  <a:gd name="connsiteX0" fmla="*/ 0 w 4358355"/>
                  <a:gd name="connsiteY0" fmla="*/ 734939 h 734939"/>
                  <a:gd name="connsiteX1" fmla="*/ 4358355 w 4358355"/>
                  <a:gd name="connsiteY1" fmla="*/ 734939 h 734939"/>
                  <a:gd name="connsiteX2" fmla="*/ 4358355 w 4358355"/>
                  <a:gd name="connsiteY2" fmla="*/ 0 h 734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358355" h="734939">
                    <a:moveTo>
                      <a:pt x="0" y="734939"/>
                    </a:moveTo>
                    <a:lnTo>
                      <a:pt x="4358355" y="734939"/>
                    </a:lnTo>
                    <a:lnTo>
                      <a:pt x="4358355" y="0"/>
                    </a:lnTo>
                  </a:path>
                </a:pathLst>
              </a:custGeom>
              <a:ln>
                <a:solidFill>
                  <a:srgbClr val="002060"/>
                </a:solidFill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solidFill>
                    <a:srgbClr val="001B50"/>
                  </a:solidFill>
                  <a:latin typeface="Times New Roman" pitchFamily="34" charset="0"/>
                  <a:ea typeface="맑은 고딕" pitchFamily="50" charset="-127"/>
                </a:endParaRPr>
              </a:p>
            </p:txBody>
          </p:sp>
          <p:sp>
            <p:nvSpPr>
              <p:cNvPr id="29" name="직사각형 22">
                <a:extLst>
                  <a:ext uri="{FF2B5EF4-FFF2-40B4-BE49-F238E27FC236}">
                    <a16:creationId xmlns:a16="http://schemas.microsoft.com/office/drawing/2014/main" id="{F440450E-5546-C78B-7DB0-9A9E89C195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63572" y="2539359"/>
                <a:ext cx="3080838" cy="9041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just" rtl="1"/>
                <a:r>
                  <a:rPr lang="ar-SA" sz="18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Nazanin" panose="00000400000000000000" pitchFamily="2" charset="-78"/>
                  </a:rPr>
                  <a:t>با افزایش تدریجی تعداد سرویس ها</a:t>
                </a:r>
                <a:r>
                  <a:rPr lang="fa-IR" sz="18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Nazanin" panose="00000400000000000000" pitchFamily="2" charset="-78"/>
                  </a:rPr>
                  <a:t>، تعاملات آنها افزایش می یابد و در نتیجه قطعی های گسترده ایجاد می شود.</a:t>
                </a:r>
                <a:endParaRPr lang="es-CO" sz="1600" b="1" dirty="0">
                  <a:solidFill>
                    <a:srgbClr val="001B50"/>
                  </a:solidFill>
                  <a:latin typeface="Times New Roman" panose="020B0604020202020204" pitchFamily="34" charset="0"/>
                </a:endParaRPr>
              </a:p>
            </p:txBody>
          </p:sp>
        </p:grpSp>
        <p:sp>
          <p:nvSpPr>
            <p:cNvPr id="26" name="Google Shape;732;p35">
              <a:extLst>
                <a:ext uri="{FF2B5EF4-FFF2-40B4-BE49-F238E27FC236}">
                  <a16:creationId xmlns:a16="http://schemas.microsoft.com/office/drawing/2014/main" id="{32454728-174C-24D7-9D05-503ACFAD6053}"/>
                </a:ext>
              </a:extLst>
            </p:cNvPr>
            <p:cNvSpPr/>
            <p:nvPr/>
          </p:nvSpPr>
          <p:spPr>
            <a:xfrm>
              <a:off x="5479266" y="3620649"/>
              <a:ext cx="350330" cy="375207"/>
            </a:xfrm>
            <a:custGeom>
              <a:avLst/>
              <a:gdLst/>
              <a:ahLst/>
              <a:cxnLst/>
              <a:rect l="l" t="t" r="r" b="b"/>
              <a:pathLst>
                <a:path w="10600" h="10510" extrusionOk="0">
                  <a:moveTo>
                    <a:pt x="3979" y="786"/>
                  </a:moveTo>
                  <a:cubicBezTo>
                    <a:pt x="5746" y="786"/>
                    <a:pt x="7173" y="2213"/>
                    <a:pt x="7173" y="3980"/>
                  </a:cubicBezTo>
                  <a:cubicBezTo>
                    <a:pt x="7173" y="5728"/>
                    <a:pt x="5746" y="7173"/>
                    <a:pt x="3979" y="7173"/>
                  </a:cubicBezTo>
                  <a:cubicBezTo>
                    <a:pt x="2231" y="7173"/>
                    <a:pt x="786" y="5728"/>
                    <a:pt x="786" y="3980"/>
                  </a:cubicBezTo>
                  <a:cubicBezTo>
                    <a:pt x="786" y="2213"/>
                    <a:pt x="2231" y="786"/>
                    <a:pt x="3979" y="786"/>
                  </a:cubicBezTo>
                  <a:close/>
                  <a:moveTo>
                    <a:pt x="3997" y="1"/>
                  </a:moveTo>
                  <a:cubicBezTo>
                    <a:pt x="1803" y="1"/>
                    <a:pt x="1" y="1785"/>
                    <a:pt x="1" y="3980"/>
                  </a:cubicBezTo>
                  <a:cubicBezTo>
                    <a:pt x="1" y="6192"/>
                    <a:pt x="1803" y="7976"/>
                    <a:pt x="3997" y="7976"/>
                  </a:cubicBezTo>
                  <a:cubicBezTo>
                    <a:pt x="4907" y="7976"/>
                    <a:pt x="5746" y="7673"/>
                    <a:pt x="6424" y="7156"/>
                  </a:cubicBezTo>
                  <a:lnTo>
                    <a:pt x="7013" y="7744"/>
                  </a:lnTo>
                  <a:cubicBezTo>
                    <a:pt x="6959" y="8030"/>
                    <a:pt x="7031" y="8333"/>
                    <a:pt x="7263" y="8565"/>
                  </a:cubicBezTo>
                  <a:lnTo>
                    <a:pt x="8922" y="10224"/>
                  </a:lnTo>
                  <a:cubicBezTo>
                    <a:pt x="9100" y="10421"/>
                    <a:pt x="9350" y="10510"/>
                    <a:pt x="9582" y="10510"/>
                  </a:cubicBezTo>
                  <a:cubicBezTo>
                    <a:pt x="9832" y="10510"/>
                    <a:pt x="10082" y="10421"/>
                    <a:pt x="10260" y="10224"/>
                  </a:cubicBezTo>
                  <a:cubicBezTo>
                    <a:pt x="10599" y="9868"/>
                    <a:pt x="10599" y="9261"/>
                    <a:pt x="10242" y="8904"/>
                  </a:cubicBezTo>
                  <a:lnTo>
                    <a:pt x="8583" y="7245"/>
                  </a:lnTo>
                  <a:cubicBezTo>
                    <a:pt x="8395" y="7071"/>
                    <a:pt x="8160" y="6980"/>
                    <a:pt x="7916" y="6980"/>
                  </a:cubicBezTo>
                  <a:cubicBezTo>
                    <a:pt x="7859" y="6980"/>
                    <a:pt x="7802" y="6985"/>
                    <a:pt x="7744" y="6995"/>
                  </a:cubicBezTo>
                  <a:lnTo>
                    <a:pt x="7173" y="6406"/>
                  </a:lnTo>
                  <a:cubicBezTo>
                    <a:pt x="7691" y="5746"/>
                    <a:pt x="7994" y="4890"/>
                    <a:pt x="7994" y="3980"/>
                  </a:cubicBezTo>
                  <a:cubicBezTo>
                    <a:pt x="7994" y="1785"/>
                    <a:pt x="6192" y="1"/>
                    <a:pt x="3997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spcFirstLastPara="1" wrap="square" lIns="146280" tIns="146280" rIns="146280" bIns="146280" anchor="ctr" anchorCtr="0">
              <a:noAutofit/>
            </a:bodyPr>
            <a:lstStyle/>
            <a:p>
              <a:endParaRPr sz="1600">
                <a:solidFill>
                  <a:srgbClr val="001B50"/>
                </a:solidFill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FC2679C-444E-2AA4-ED74-63730743D0D0}"/>
              </a:ext>
            </a:extLst>
          </p:cNvPr>
          <p:cNvGrpSpPr/>
          <p:nvPr/>
        </p:nvGrpSpPr>
        <p:grpSpPr>
          <a:xfrm>
            <a:off x="650013" y="4489644"/>
            <a:ext cx="5449674" cy="1090860"/>
            <a:chOff x="1699579" y="4723175"/>
            <a:chExt cx="4497480" cy="1191131"/>
          </a:xfrm>
        </p:grpSpPr>
        <p:grpSp>
          <p:nvGrpSpPr>
            <p:cNvPr id="31" name="그룹 78">
              <a:extLst>
                <a:ext uri="{FF2B5EF4-FFF2-40B4-BE49-F238E27FC236}">
                  <a16:creationId xmlns:a16="http://schemas.microsoft.com/office/drawing/2014/main" id="{E485E6B9-C8BC-4CCB-ACA6-F4661BE85708}"/>
                </a:ext>
              </a:extLst>
            </p:cNvPr>
            <p:cNvGrpSpPr/>
            <p:nvPr/>
          </p:nvGrpSpPr>
          <p:grpSpPr>
            <a:xfrm flipH="1">
              <a:off x="1699579" y="4723175"/>
              <a:ext cx="4497480" cy="1191131"/>
              <a:chOff x="4110527" y="2503919"/>
              <a:chExt cx="4358355" cy="1068224"/>
            </a:xfrm>
          </p:grpSpPr>
          <p:sp>
            <p:nvSpPr>
              <p:cNvPr id="33" name="타원 79">
                <a:extLst>
                  <a:ext uri="{FF2B5EF4-FFF2-40B4-BE49-F238E27FC236}">
                    <a16:creationId xmlns:a16="http://schemas.microsoft.com/office/drawing/2014/main" id="{4080AA13-6F3E-98DB-5829-C5278DF69C03}"/>
                  </a:ext>
                </a:extLst>
              </p:cNvPr>
              <p:cNvSpPr/>
              <p:nvPr/>
            </p:nvSpPr>
            <p:spPr>
              <a:xfrm>
                <a:off x="4437676" y="2712152"/>
                <a:ext cx="518235" cy="634554"/>
              </a:xfrm>
              <a:prstGeom prst="ellipse">
                <a:avLst/>
              </a:prstGeom>
              <a:solidFill>
                <a:srgbClr val="FFC000"/>
              </a:solidFill>
              <a:ln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solidFill>
                    <a:srgbClr val="001B50"/>
                  </a:solidFill>
                  <a:latin typeface="Times New Roman" pitchFamily="34" charset="0"/>
                  <a:ea typeface="맑은 고딕" pitchFamily="50" charset="-127"/>
                </a:endParaRPr>
              </a:p>
            </p:txBody>
          </p:sp>
          <p:sp>
            <p:nvSpPr>
              <p:cNvPr id="34" name="자유형 80">
                <a:extLst>
                  <a:ext uri="{FF2B5EF4-FFF2-40B4-BE49-F238E27FC236}">
                    <a16:creationId xmlns:a16="http://schemas.microsoft.com/office/drawing/2014/main" id="{37219436-1E99-8594-3C27-072101629EC7}"/>
                  </a:ext>
                </a:extLst>
              </p:cNvPr>
              <p:cNvSpPr/>
              <p:nvPr/>
            </p:nvSpPr>
            <p:spPr>
              <a:xfrm>
                <a:off x="4110527" y="2503919"/>
                <a:ext cx="4358355" cy="1068224"/>
              </a:xfrm>
              <a:custGeom>
                <a:avLst/>
                <a:gdLst>
                  <a:gd name="connsiteX0" fmla="*/ 0 w 4358355"/>
                  <a:gd name="connsiteY0" fmla="*/ 734939 h 734939"/>
                  <a:gd name="connsiteX1" fmla="*/ 4358355 w 4358355"/>
                  <a:gd name="connsiteY1" fmla="*/ 734939 h 734939"/>
                  <a:gd name="connsiteX2" fmla="*/ 4358355 w 4358355"/>
                  <a:gd name="connsiteY2" fmla="*/ 0 h 734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358355" h="734939">
                    <a:moveTo>
                      <a:pt x="0" y="734939"/>
                    </a:moveTo>
                    <a:lnTo>
                      <a:pt x="4358355" y="734939"/>
                    </a:lnTo>
                    <a:lnTo>
                      <a:pt x="4358355" y="0"/>
                    </a:lnTo>
                  </a:path>
                </a:pathLst>
              </a:custGeom>
              <a:ln>
                <a:solidFill>
                  <a:srgbClr val="FFC000"/>
                </a:solidFill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solidFill>
                    <a:srgbClr val="001B50"/>
                  </a:solidFill>
                  <a:latin typeface="Times New Roman" pitchFamily="34" charset="0"/>
                  <a:ea typeface="맑은 고딕" pitchFamily="50" charset="-127"/>
                </a:endParaRPr>
              </a:p>
            </p:txBody>
          </p:sp>
          <p:sp>
            <p:nvSpPr>
              <p:cNvPr id="35" name="직사각형 22">
                <a:extLst>
                  <a:ext uri="{FF2B5EF4-FFF2-40B4-BE49-F238E27FC236}">
                    <a16:creationId xmlns:a16="http://schemas.microsoft.com/office/drawing/2014/main" id="{AF0E3B14-A85E-01A4-2087-BD23A58345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64859" y="2631152"/>
                <a:ext cx="3080838" cy="813753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r" rtl="1"/>
                <a:r>
                  <a:rPr lang="fa-IR" sz="1600" b="1" dirty="0">
                    <a:solidFill>
                      <a:srgbClr val="001B50"/>
                    </a:solidFill>
                    <a:latin typeface="Times New Roman" panose="020B0604020202020204" pitchFamily="34" charset="0"/>
                  </a:rPr>
                  <a:t>راه حل: از بین بردن ارتباطات و پیوند های سنکرون با</a:t>
                </a:r>
              </a:p>
              <a:p>
                <a:pPr marL="400050" indent="-400050" algn="r" rtl="1">
                  <a:buFont typeface="+mj-lt"/>
                  <a:buAutoNum type="romanUcPeriod"/>
                </a:pPr>
                <a:r>
                  <a:rPr lang="fa-IR" sz="1600" b="1" dirty="0">
                    <a:solidFill>
                      <a:srgbClr val="001B50"/>
                    </a:solidFill>
                    <a:latin typeface="Times New Roman" panose="020B0604020202020204" pitchFamily="34" charset="0"/>
                  </a:rPr>
                  <a:t>آسنکرون</a:t>
                </a:r>
              </a:p>
              <a:p>
                <a:pPr marL="400050" indent="-400050" algn="r" rtl="1">
                  <a:buFont typeface="+mj-lt"/>
                  <a:buAutoNum type="romanUcPeriod"/>
                </a:pPr>
                <a:r>
                  <a:rPr lang="fa-IR" sz="1600" b="1" dirty="0">
                    <a:solidFill>
                      <a:srgbClr val="001B50"/>
                    </a:solidFill>
                    <a:latin typeface="Times New Roman" panose="020B0604020202020204" pitchFamily="34" charset="0"/>
                  </a:rPr>
                  <a:t>یک </a:t>
                </a:r>
                <a:r>
                  <a:rPr lang="en-US" sz="1600" b="1" dirty="0">
                    <a:solidFill>
                      <a:srgbClr val="001B50"/>
                    </a:solidFill>
                    <a:latin typeface="Times New Roman" panose="020B0604020202020204" pitchFamily="34" charset="0"/>
                  </a:rPr>
                  <a:t>message broker</a:t>
                </a:r>
                <a:r>
                  <a:rPr lang="fa-IR" sz="1600" b="1" dirty="0">
                    <a:solidFill>
                      <a:srgbClr val="001B50"/>
                    </a:solidFill>
                    <a:latin typeface="Times New Roman" panose="020B0604020202020204" pitchFamily="34" charset="0"/>
                  </a:rPr>
                  <a:t> به عنوان واسط</a:t>
                </a:r>
                <a:endParaRPr lang="es-CO" sz="1600" dirty="0">
                  <a:solidFill>
                    <a:srgbClr val="001B50"/>
                  </a:solidFill>
                  <a:latin typeface="Times New Roman" panose="020B0604020202020204" pitchFamily="34" charset="0"/>
                </a:endParaRPr>
              </a:p>
            </p:txBody>
          </p:sp>
        </p:grpSp>
        <p:sp>
          <p:nvSpPr>
            <p:cNvPr id="32" name="Google Shape;854;p35">
              <a:extLst>
                <a:ext uri="{FF2B5EF4-FFF2-40B4-BE49-F238E27FC236}">
                  <a16:creationId xmlns:a16="http://schemas.microsoft.com/office/drawing/2014/main" id="{0FF21090-764B-3A52-FFF5-B16C160F5F13}"/>
                </a:ext>
              </a:extLst>
            </p:cNvPr>
            <p:cNvSpPr/>
            <p:nvPr/>
          </p:nvSpPr>
          <p:spPr>
            <a:xfrm>
              <a:off x="5396317" y="5140306"/>
              <a:ext cx="317875" cy="337686"/>
            </a:xfrm>
            <a:custGeom>
              <a:avLst/>
              <a:gdLst/>
              <a:ahLst/>
              <a:cxnLst/>
              <a:rect l="l" t="t" r="r" b="b"/>
              <a:pathLst>
                <a:path w="9618" h="9459" extrusionOk="0">
                  <a:moveTo>
                    <a:pt x="4086" y="1"/>
                  </a:moveTo>
                  <a:cubicBezTo>
                    <a:pt x="3985" y="1"/>
                    <a:pt x="3883" y="35"/>
                    <a:pt x="3801" y="112"/>
                  </a:cubicBezTo>
                  <a:lnTo>
                    <a:pt x="250" y="3663"/>
                  </a:lnTo>
                  <a:cubicBezTo>
                    <a:pt x="0" y="3913"/>
                    <a:pt x="196" y="4377"/>
                    <a:pt x="571" y="4430"/>
                  </a:cubicBezTo>
                  <a:cubicBezTo>
                    <a:pt x="658" y="4439"/>
                    <a:pt x="745" y="4444"/>
                    <a:pt x="832" y="4444"/>
                  </a:cubicBezTo>
                  <a:cubicBezTo>
                    <a:pt x="1261" y="4444"/>
                    <a:pt x="1684" y="4335"/>
                    <a:pt x="2070" y="4127"/>
                  </a:cubicBezTo>
                  <a:lnTo>
                    <a:pt x="4336" y="6964"/>
                  </a:lnTo>
                  <a:cubicBezTo>
                    <a:pt x="3979" y="7624"/>
                    <a:pt x="3819" y="8267"/>
                    <a:pt x="3854" y="8802"/>
                  </a:cubicBezTo>
                  <a:cubicBezTo>
                    <a:pt x="3872" y="8998"/>
                    <a:pt x="3997" y="9177"/>
                    <a:pt x="4193" y="9248"/>
                  </a:cubicBezTo>
                  <a:cubicBezTo>
                    <a:pt x="4259" y="9278"/>
                    <a:pt x="4326" y="9292"/>
                    <a:pt x="4392" y="9292"/>
                  </a:cubicBezTo>
                  <a:cubicBezTo>
                    <a:pt x="4524" y="9292"/>
                    <a:pt x="4651" y="9236"/>
                    <a:pt x="4746" y="9141"/>
                  </a:cubicBezTo>
                  <a:lnTo>
                    <a:pt x="6655" y="7232"/>
                  </a:lnTo>
                  <a:lnTo>
                    <a:pt x="9368" y="9426"/>
                  </a:lnTo>
                  <a:cubicBezTo>
                    <a:pt x="9383" y="9449"/>
                    <a:pt x="9410" y="9459"/>
                    <a:pt x="9441" y="9459"/>
                  </a:cubicBezTo>
                  <a:cubicBezTo>
                    <a:pt x="9484" y="9459"/>
                    <a:pt x="9533" y="9440"/>
                    <a:pt x="9564" y="9409"/>
                  </a:cubicBezTo>
                  <a:cubicBezTo>
                    <a:pt x="9617" y="9355"/>
                    <a:pt x="9617" y="9284"/>
                    <a:pt x="9564" y="9212"/>
                  </a:cubicBezTo>
                  <a:lnTo>
                    <a:pt x="7369" y="6518"/>
                  </a:lnTo>
                  <a:lnTo>
                    <a:pt x="9278" y="4627"/>
                  </a:lnTo>
                  <a:cubicBezTo>
                    <a:pt x="9421" y="4484"/>
                    <a:pt x="9457" y="4270"/>
                    <a:pt x="9385" y="4056"/>
                  </a:cubicBezTo>
                  <a:cubicBezTo>
                    <a:pt x="9332" y="3859"/>
                    <a:pt x="9136" y="3735"/>
                    <a:pt x="8939" y="3717"/>
                  </a:cubicBezTo>
                  <a:cubicBezTo>
                    <a:pt x="8877" y="3710"/>
                    <a:pt x="8813" y="3707"/>
                    <a:pt x="8747" y="3707"/>
                  </a:cubicBezTo>
                  <a:cubicBezTo>
                    <a:pt x="8254" y="3707"/>
                    <a:pt x="7685" y="3883"/>
                    <a:pt x="7102" y="4198"/>
                  </a:cubicBezTo>
                  <a:lnTo>
                    <a:pt x="4265" y="1932"/>
                  </a:lnTo>
                  <a:cubicBezTo>
                    <a:pt x="4514" y="1469"/>
                    <a:pt x="4621" y="951"/>
                    <a:pt x="4568" y="434"/>
                  </a:cubicBezTo>
                  <a:cubicBezTo>
                    <a:pt x="4543" y="175"/>
                    <a:pt x="4314" y="1"/>
                    <a:pt x="40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46280" tIns="146280" rIns="146280" bIns="146280" anchor="ctr" anchorCtr="0">
              <a:noAutofit/>
            </a:bodyPr>
            <a:lstStyle/>
            <a:p>
              <a:endParaRPr sz="1600" dirty="0">
                <a:solidFill>
                  <a:srgbClr val="001B50"/>
                </a:solidFill>
              </a:endParaRPr>
            </a:p>
          </p:txBody>
        </p:sp>
      </p:grpSp>
      <p:pic>
        <p:nvPicPr>
          <p:cNvPr id="132" name="Picture 131">
            <a:extLst>
              <a:ext uri="{FF2B5EF4-FFF2-40B4-BE49-F238E27FC236}">
                <a16:creationId xmlns:a16="http://schemas.microsoft.com/office/drawing/2014/main" id="{7968BCD7-9F17-E0D6-183D-4361707D15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9034" y="2111224"/>
            <a:ext cx="2038635" cy="272453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091113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75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5">
            <a:hlinkClick r:id="rId3" action="ppaction://hlinksldjump"/>
            <a:extLst>
              <a:ext uri="{FF2B5EF4-FFF2-40B4-BE49-F238E27FC236}">
                <a16:creationId xmlns:a16="http://schemas.microsoft.com/office/drawing/2014/main" id="{4FEC8B3B-1F5F-4536-BDBB-01725D03325A}"/>
              </a:ext>
            </a:extLst>
          </p:cNvPr>
          <p:cNvSpPr/>
          <p:nvPr/>
        </p:nvSpPr>
        <p:spPr>
          <a:xfrm>
            <a:off x="8885332" y="2298976"/>
            <a:ext cx="2880000" cy="3240000"/>
          </a:xfrm>
          <a:custGeom>
            <a:avLst/>
            <a:gdLst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1066534"/>
              <a:gd name="connsiteX1" fmla="*/ 450000 w 900000"/>
              <a:gd name="connsiteY1" fmla="*/ 70413 h 1066534"/>
              <a:gd name="connsiteX2" fmla="*/ 900000 w 900000"/>
              <a:gd name="connsiteY2" fmla="*/ 520413 h 1066534"/>
              <a:gd name="connsiteX3" fmla="*/ 450000 w 900000"/>
              <a:gd name="connsiteY3" fmla="*/ 970413 h 1066534"/>
              <a:gd name="connsiteX4" fmla="*/ 0 w 900000"/>
              <a:gd name="connsiteY4" fmla="*/ 520413 h 1066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000" h="1066534">
                <a:moveTo>
                  <a:pt x="0" y="520413"/>
                </a:moveTo>
                <a:cubicBezTo>
                  <a:pt x="0" y="370413"/>
                  <a:pt x="513988" y="313481"/>
                  <a:pt x="450000" y="70413"/>
                </a:cubicBezTo>
                <a:cubicBezTo>
                  <a:pt x="386012" y="-172655"/>
                  <a:pt x="900000" y="271885"/>
                  <a:pt x="900000" y="520413"/>
                </a:cubicBezTo>
                <a:cubicBezTo>
                  <a:pt x="900000" y="768941"/>
                  <a:pt x="559631" y="635795"/>
                  <a:pt x="450000" y="970413"/>
                </a:cubicBezTo>
                <a:cubicBezTo>
                  <a:pt x="340369" y="1305031"/>
                  <a:pt x="0" y="670413"/>
                  <a:pt x="0" y="520413"/>
                </a:cubicBezTo>
                <a:close/>
              </a:path>
            </a:pathLst>
          </a:custGeom>
          <a:ln w="825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cs typeface="B Titr" panose="00000700000000000000" pitchFamily="2" charset="-78"/>
            </a:endParaRPr>
          </a:p>
        </p:txBody>
      </p:sp>
      <p:sp>
        <p:nvSpPr>
          <p:cNvPr id="33" name="Content Placeholder 32">
            <a:extLst>
              <a:ext uri="{FF2B5EF4-FFF2-40B4-BE49-F238E27FC236}">
                <a16:creationId xmlns:a16="http://schemas.microsoft.com/office/drawing/2014/main" id="{E8897C0E-F1EA-42BD-9740-45A04F63B8F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fa-IR" dirty="0"/>
              <a:t>تعریف رویداد، دستورات و کوئری</a:t>
            </a:r>
            <a:endParaRPr lang="ar-OM" dirty="0"/>
          </a:p>
        </p:txBody>
      </p:sp>
      <p:sp>
        <p:nvSpPr>
          <p:cNvPr id="19" name="Google Shape;4326;p55">
            <a:hlinkClick r:id="rId4" action="ppaction://hlinksldjump"/>
            <a:extLst>
              <a:ext uri="{FF2B5EF4-FFF2-40B4-BE49-F238E27FC236}">
                <a16:creationId xmlns:a16="http://schemas.microsoft.com/office/drawing/2014/main" id="{079B8287-46CF-4F02-98C3-B1E7BE70145D}"/>
              </a:ext>
            </a:extLst>
          </p:cNvPr>
          <p:cNvSpPr/>
          <p:nvPr/>
        </p:nvSpPr>
        <p:spPr>
          <a:xfrm>
            <a:off x="11196893" y="6387218"/>
            <a:ext cx="482052" cy="421088"/>
          </a:xfrm>
          <a:custGeom>
            <a:avLst/>
            <a:gdLst/>
            <a:ahLst/>
            <a:cxnLst/>
            <a:rect l="l" t="t" r="r" b="b"/>
            <a:pathLst>
              <a:path w="11217" h="10342" extrusionOk="0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rgbClr val="003964"/>
          </a:solidFill>
          <a:ln>
            <a:solidFill>
              <a:srgbClr val="003964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" name="Arrow: Chevron 2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CA98E42-2A50-4507-A5CC-5A9C114CDE93}"/>
              </a:ext>
            </a:extLst>
          </p:cNvPr>
          <p:cNvSpPr/>
          <p:nvPr/>
        </p:nvSpPr>
        <p:spPr>
          <a:xfrm>
            <a:off x="11776075" y="6457950"/>
            <a:ext cx="292100" cy="350356"/>
          </a:xfrm>
          <a:prstGeom prst="chevron">
            <a:avLst/>
          </a:prstGeom>
          <a:solidFill>
            <a:srgbClr val="3494B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7" name="Arrow: Chevron 2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512E6121-5D89-4F6E-9E8F-AD8173CCB308}"/>
              </a:ext>
            </a:extLst>
          </p:cNvPr>
          <p:cNvSpPr/>
          <p:nvPr/>
        </p:nvSpPr>
        <p:spPr>
          <a:xfrm flipH="1">
            <a:off x="10807663" y="6457950"/>
            <a:ext cx="292100" cy="350356"/>
          </a:xfrm>
          <a:prstGeom prst="chevron">
            <a:avLst/>
          </a:prstGeom>
          <a:solidFill>
            <a:srgbClr val="3494B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A5DD57-63E9-631B-889F-546538AE60DB}"/>
              </a:ext>
            </a:extLst>
          </p:cNvPr>
          <p:cNvSpPr txBox="1"/>
          <p:nvPr/>
        </p:nvSpPr>
        <p:spPr>
          <a:xfrm>
            <a:off x="9637486" y="3715657"/>
            <a:ext cx="11701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4000" dirty="0">
                <a:solidFill>
                  <a:schemeClr val="bg1"/>
                </a:solidFill>
                <a:cs typeface="2  Yekan" panose="00000400000000000000" pitchFamily="2" charset="-78"/>
              </a:rPr>
              <a:t>2</a:t>
            </a:r>
            <a:endParaRPr lang="en-US" sz="40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448085D-F4A2-9742-C303-1B9EF7454F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34713929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C9340D-D0D6-4B48-94E7-0FF5020D1384}"/>
              </a:ext>
            </a:extLst>
          </p:cNvPr>
          <p:cNvSpPr/>
          <p:nvPr/>
        </p:nvSpPr>
        <p:spPr>
          <a:xfrm>
            <a:off x="10949651" y="-23148"/>
            <a:ext cx="12423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8" name="Rectangle 47">
            <a:hlinkClick r:id="rId3" action="ppaction://hlinksldjump"/>
            <a:extLst>
              <a:ext uri="{FF2B5EF4-FFF2-40B4-BE49-F238E27FC236}">
                <a16:creationId xmlns:a16="http://schemas.microsoft.com/office/drawing/2014/main" id="{6D7860E7-EBE5-42BF-9B1C-9A8735CC5850}"/>
              </a:ext>
            </a:extLst>
          </p:cNvPr>
          <p:cNvSpPr/>
          <p:nvPr/>
        </p:nvSpPr>
        <p:spPr>
          <a:xfrm>
            <a:off x="11222860" y="442177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Rectangle 44">
            <a:hlinkClick r:id="" action="ppaction://noaction"/>
            <a:extLst>
              <a:ext uri="{FF2B5EF4-FFF2-40B4-BE49-F238E27FC236}">
                <a16:creationId xmlns:a16="http://schemas.microsoft.com/office/drawing/2014/main" id="{73620106-7D22-448C-B7FF-054CB97EB46F}"/>
              </a:ext>
            </a:extLst>
          </p:cNvPr>
          <p:cNvSpPr/>
          <p:nvPr/>
        </p:nvSpPr>
        <p:spPr>
          <a:xfrm>
            <a:off x="11222860" y="3033933"/>
            <a:ext cx="809818" cy="7908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Rectangle 45">
            <a:hlinkClick r:id="" action="ppaction://noaction"/>
            <a:extLst>
              <a:ext uri="{FF2B5EF4-FFF2-40B4-BE49-F238E27FC236}">
                <a16:creationId xmlns:a16="http://schemas.microsoft.com/office/drawing/2014/main" id="{589BDDF9-F5A2-4FAC-B919-FD1F2861954A}"/>
              </a:ext>
            </a:extLst>
          </p:cNvPr>
          <p:cNvSpPr/>
          <p:nvPr/>
        </p:nvSpPr>
        <p:spPr>
          <a:xfrm>
            <a:off x="11116052" y="4540245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7" name="Rectangle 46">
            <a:hlinkClick r:id="" action="ppaction://noaction"/>
            <a:extLst>
              <a:ext uri="{FF2B5EF4-FFF2-40B4-BE49-F238E27FC236}">
                <a16:creationId xmlns:a16="http://schemas.microsoft.com/office/drawing/2014/main" id="{F0A155FF-C1EF-431B-92E0-0699FB6AF4C5}"/>
              </a:ext>
            </a:extLst>
          </p:cNvPr>
          <p:cNvSpPr/>
          <p:nvPr/>
        </p:nvSpPr>
        <p:spPr>
          <a:xfrm>
            <a:off x="11222860" y="5831842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hlinkClick r:id="" action="ppaction://noaction"/>
            <a:extLst>
              <a:ext uri="{FF2B5EF4-FFF2-40B4-BE49-F238E27FC236}">
                <a16:creationId xmlns:a16="http://schemas.microsoft.com/office/drawing/2014/main" id="{1126EAA4-7C49-4677-BC7F-76475CC0A19A}"/>
              </a:ext>
            </a:extLst>
          </p:cNvPr>
          <p:cNvSpPr/>
          <p:nvPr/>
        </p:nvSpPr>
        <p:spPr>
          <a:xfrm>
            <a:off x="11244080" y="3078303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>
            <a:hlinkClick r:id="" action="ppaction://noaction"/>
            <a:extLst>
              <a:ext uri="{FF2B5EF4-FFF2-40B4-BE49-F238E27FC236}">
                <a16:creationId xmlns:a16="http://schemas.microsoft.com/office/drawing/2014/main" id="{F35E70BC-2429-4BF3-8D0B-04F69E7D25F7}"/>
              </a:ext>
            </a:extLst>
          </p:cNvPr>
          <p:cNvSpPr/>
          <p:nvPr/>
        </p:nvSpPr>
        <p:spPr>
          <a:xfrm>
            <a:off x="11209355" y="5845678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Oval 5">
            <a:hlinkClick r:id="rId4" action="ppaction://hlinksldjump"/>
            <a:extLst>
              <a:ext uri="{FF2B5EF4-FFF2-40B4-BE49-F238E27FC236}">
                <a16:creationId xmlns:a16="http://schemas.microsoft.com/office/drawing/2014/main" id="{D6E034E9-CCB3-469B-96F8-90B76971A585}"/>
              </a:ext>
            </a:extLst>
          </p:cNvPr>
          <p:cNvSpPr/>
          <p:nvPr/>
        </p:nvSpPr>
        <p:spPr>
          <a:xfrm>
            <a:off x="10377817" y="1518210"/>
            <a:ext cx="1074211" cy="1164619"/>
          </a:xfrm>
          <a:custGeom>
            <a:avLst/>
            <a:gdLst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1066534"/>
              <a:gd name="connsiteX1" fmla="*/ 450000 w 900000"/>
              <a:gd name="connsiteY1" fmla="*/ 70413 h 1066534"/>
              <a:gd name="connsiteX2" fmla="*/ 900000 w 900000"/>
              <a:gd name="connsiteY2" fmla="*/ 520413 h 1066534"/>
              <a:gd name="connsiteX3" fmla="*/ 450000 w 900000"/>
              <a:gd name="connsiteY3" fmla="*/ 970413 h 1066534"/>
              <a:gd name="connsiteX4" fmla="*/ 0 w 900000"/>
              <a:gd name="connsiteY4" fmla="*/ 520413 h 1066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000" h="1066534">
                <a:moveTo>
                  <a:pt x="0" y="520413"/>
                </a:moveTo>
                <a:cubicBezTo>
                  <a:pt x="0" y="370413"/>
                  <a:pt x="513988" y="313481"/>
                  <a:pt x="450000" y="70413"/>
                </a:cubicBezTo>
                <a:cubicBezTo>
                  <a:pt x="386012" y="-172655"/>
                  <a:pt x="900000" y="271885"/>
                  <a:pt x="900000" y="520413"/>
                </a:cubicBezTo>
                <a:cubicBezTo>
                  <a:pt x="900000" y="768941"/>
                  <a:pt x="559631" y="635795"/>
                  <a:pt x="450000" y="970413"/>
                </a:cubicBezTo>
                <a:cubicBezTo>
                  <a:pt x="340369" y="1305031"/>
                  <a:pt x="0" y="670413"/>
                  <a:pt x="0" y="520413"/>
                </a:cubicBezTo>
                <a:close/>
              </a:path>
            </a:pathLst>
          </a:custGeom>
          <a:ln w="825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Content Placeholder 53">
            <a:extLst>
              <a:ext uri="{FF2B5EF4-FFF2-40B4-BE49-F238E27FC236}">
                <a16:creationId xmlns:a16="http://schemas.microsoft.com/office/drawing/2014/main" id="{0EC44D3F-39A2-4248-9C61-041C30B3E8B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79085" y="508934"/>
            <a:ext cx="9983788" cy="5138738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fa-IR" sz="2400" dirty="0">
                <a:solidFill>
                  <a:srgbClr val="0070C0"/>
                </a:solidFill>
                <a:ea typeface="+mj-ea"/>
                <a:cs typeface="B Titr"/>
              </a:rPr>
              <a:t>دستورات یا </a:t>
            </a:r>
            <a:r>
              <a:rPr lang="en-US" sz="2400" b="1" dirty="0">
                <a:solidFill>
                  <a:srgbClr val="0070C0"/>
                </a:solidFill>
                <a:ea typeface="+mj-ea"/>
                <a:cs typeface="B Titr"/>
              </a:rPr>
              <a:t>Commands</a:t>
            </a:r>
            <a:endParaRPr lang="fa-IR" b="1" dirty="0"/>
          </a:p>
        </p:txBody>
      </p:sp>
      <p:sp>
        <p:nvSpPr>
          <p:cNvPr id="55" name="Striped Right Arrow 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65D0FE6F-6A20-443B-819F-70694BD486C9}"/>
              </a:ext>
            </a:extLst>
          </p:cNvPr>
          <p:cNvSpPr/>
          <p:nvPr/>
        </p:nvSpPr>
        <p:spPr>
          <a:xfrm rot="16200000">
            <a:off x="80162" y="5783314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sp>
        <p:nvSpPr>
          <p:cNvPr id="56" name="Striped Right Arrow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DB522DE-5A4D-43B5-A848-3E741167A7BE}"/>
              </a:ext>
            </a:extLst>
          </p:cNvPr>
          <p:cNvSpPr/>
          <p:nvPr/>
        </p:nvSpPr>
        <p:spPr>
          <a:xfrm>
            <a:off x="644918" y="6352996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sp>
        <p:nvSpPr>
          <p:cNvPr id="57" name="Content Placeholder 12">
            <a:extLst>
              <a:ext uri="{FF2B5EF4-FFF2-40B4-BE49-F238E27FC236}">
                <a16:creationId xmlns:a16="http://schemas.microsoft.com/office/drawing/2014/main" id="{E858324C-1349-4EA9-B29B-1AB52293426B}"/>
              </a:ext>
            </a:extLst>
          </p:cNvPr>
          <p:cNvSpPr txBox="1">
            <a:spLocks/>
          </p:cNvSpPr>
          <p:nvPr/>
        </p:nvSpPr>
        <p:spPr>
          <a:xfrm>
            <a:off x="11526577" y="1064096"/>
            <a:ext cx="538221" cy="2220549"/>
          </a:xfrm>
          <a:prstGeom prst="rect">
            <a:avLst/>
          </a:prstGeom>
          <a:noFill/>
          <a:effectLst>
            <a:outerShdw blurRad="50800" dist="12700" dir="5400000" algn="ctr" rotWithShape="0">
              <a:schemeClr val="accent4">
                <a:lumMod val="20000"/>
                <a:lumOff val="80000"/>
                <a:alpha val="99000"/>
              </a:schemeClr>
            </a:outerShdw>
          </a:effectLst>
        </p:spPr>
        <p:txBody>
          <a:bodyPr vert="vert270" wrap="square" lIns="114108" tIns="57054" rIns="114108" bIns="57054" rtlCol="0">
            <a:spAutoFit/>
          </a:bodyPr>
          <a:lstStyle>
            <a:defPPr>
              <a:defRPr lang="en-US"/>
            </a:defPPr>
            <a:lvl1pPr algn="ctr" rtl="1">
              <a:defRPr sz="2000" b="1">
                <a:ln w="0"/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cs typeface="B Mitra" panose="00000400000000000000" pitchFamily="2" charset="-78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6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4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2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2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a-I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تعریف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22B9FB5-9E18-6EA3-F32B-E8492C18EC95}"/>
              </a:ext>
            </a:extLst>
          </p:cNvPr>
          <p:cNvSpPr txBox="1"/>
          <p:nvPr/>
        </p:nvSpPr>
        <p:spPr>
          <a:xfrm>
            <a:off x="11189247" y="515268"/>
            <a:ext cx="809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01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42BA8E3-4EB6-F964-3199-98CC4DD860B5}"/>
              </a:ext>
            </a:extLst>
          </p:cNvPr>
          <p:cNvSpPr txBox="1"/>
          <p:nvPr/>
        </p:nvSpPr>
        <p:spPr>
          <a:xfrm>
            <a:off x="10552719" y="1870753"/>
            <a:ext cx="523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2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5805CB2F-368D-BAEC-F7E6-F3923E4C3F25}"/>
              </a:ext>
            </a:extLst>
          </p:cNvPr>
          <p:cNvSpPr txBox="1"/>
          <p:nvPr/>
        </p:nvSpPr>
        <p:spPr>
          <a:xfrm>
            <a:off x="11194494" y="3436653"/>
            <a:ext cx="852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03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B7A7B4E0-5421-CEBB-3677-111B3A86878F}"/>
              </a:ext>
            </a:extLst>
          </p:cNvPr>
          <p:cNvSpPr txBox="1"/>
          <p:nvPr/>
        </p:nvSpPr>
        <p:spPr>
          <a:xfrm>
            <a:off x="11137005" y="4592044"/>
            <a:ext cx="860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04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5863D25-2B34-BFB9-E7CD-069983217FCE}"/>
              </a:ext>
            </a:extLst>
          </p:cNvPr>
          <p:cNvGrpSpPr/>
          <p:nvPr/>
        </p:nvGrpSpPr>
        <p:grpSpPr>
          <a:xfrm>
            <a:off x="1224993" y="2561425"/>
            <a:ext cx="8926615" cy="841976"/>
            <a:chOff x="1962136" y="4280386"/>
            <a:chExt cx="8710892" cy="63148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5FBFBD2-08AE-0119-3D1A-3820365B3219}"/>
                </a:ext>
              </a:extLst>
            </p:cNvPr>
            <p:cNvSpPr/>
            <p:nvPr/>
          </p:nvSpPr>
          <p:spPr>
            <a:xfrm>
              <a:off x="1962136" y="4427120"/>
              <a:ext cx="7857189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just" rtl="1"/>
              <a:r>
                <a:rPr lang="ar-SA" sz="18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دستورات به صورت سنکرون اجرا می شوند و معمولاً تکمیل را نشان می دهند</a:t>
              </a:r>
              <a:r>
                <a:rPr lang="fa-IR" sz="18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 و </a:t>
              </a:r>
              <a:r>
                <a:rPr lang="ar-SA" sz="18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ممکن است شامل یک نتیجه نیز باشند</a:t>
              </a:r>
              <a:r>
                <a:rPr lang="fa-IR" sz="18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.</a:t>
              </a:r>
              <a:endParaRPr lang="fa-IR" sz="2160" b="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Google Shape;333;p14">
              <a:extLst>
                <a:ext uri="{FF2B5EF4-FFF2-40B4-BE49-F238E27FC236}">
                  <a16:creationId xmlns:a16="http://schemas.microsoft.com/office/drawing/2014/main" id="{A1024AAF-1C7B-172B-65FE-16689061E6C2}"/>
                </a:ext>
              </a:extLst>
            </p:cNvPr>
            <p:cNvSpPr/>
            <p:nvPr/>
          </p:nvSpPr>
          <p:spPr>
            <a:xfrm>
              <a:off x="10001349" y="4428336"/>
              <a:ext cx="548028" cy="421200"/>
            </a:xfrm>
            <a:prstGeom prst="frame">
              <a:avLst>
                <a:gd name="adj1" fmla="val 7733"/>
              </a:avLst>
            </a:prstGeom>
            <a:solidFill>
              <a:srgbClr val="003964"/>
            </a:solidFill>
            <a:ln>
              <a:noFill/>
            </a:ln>
          </p:spPr>
          <p:txBody>
            <a:bodyPr spcFirstLastPara="1" wrap="square" lIns="109710" tIns="109710" rIns="109710" bIns="109710" anchor="ctr" anchorCtr="0">
              <a:noAutofit/>
            </a:bodyPr>
            <a:lstStyle/>
            <a:p>
              <a:endParaRPr sz="2160" dirty="0"/>
            </a:p>
          </p:txBody>
        </p:sp>
        <p:sp>
          <p:nvSpPr>
            <p:cNvPr id="7" name="Google Shape;336;p14">
              <a:extLst>
                <a:ext uri="{FF2B5EF4-FFF2-40B4-BE49-F238E27FC236}">
                  <a16:creationId xmlns:a16="http://schemas.microsoft.com/office/drawing/2014/main" id="{14591014-FA44-F3A5-67DD-4294989C3669}"/>
                </a:ext>
              </a:extLst>
            </p:cNvPr>
            <p:cNvSpPr/>
            <p:nvPr/>
          </p:nvSpPr>
          <p:spPr>
            <a:xfrm>
              <a:off x="10061211" y="4280386"/>
              <a:ext cx="611817" cy="469739"/>
            </a:xfrm>
            <a:custGeom>
              <a:avLst/>
              <a:gdLst/>
              <a:ahLst/>
              <a:cxnLst/>
              <a:rect l="l" t="t" r="r" b="b"/>
              <a:pathLst>
                <a:path w="49380" h="51128" extrusionOk="0">
                  <a:moveTo>
                    <a:pt x="0" y="28404"/>
                  </a:moveTo>
                  <a:lnTo>
                    <a:pt x="18353" y="51128"/>
                  </a:lnTo>
                  <a:lnTo>
                    <a:pt x="49380" y="13109"/>
                  </a:lnTo>
                  <a:lnTo>
                    <a:pt x="33648" y="0"/>
                  </a:lnTo>
                  <a:lnTo>
                    <a:pt x="17916" y="41077"/>
                  </a:lnTo>
                  <a:lnTo>
                    <a:pt x="10487" y="15731"/>
                  </a:lnTo>
                  <a:close/>
                </a:path>
              </a:pathLst>
            </a:custGeom>
            <a:solidFill>
              <a:srgbClr val="55AFB3"/>
            </a:solidFill>
            <a:ln>
              <a:noFill/>
            </a:ln>
          </p:spPr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1F66B0F-1BCB-988C-9118-B1A02DE5F67D}"/>
              </a:ext>
            </a:extLst>
          </p:cNvPr>
          <p:cNvGrpSpPr/>
          <p:nvPr/>
        </p:nvGrpSpPr>
        <p:grpSpPr>
          <a:xfrm>
            <a:off x="1212536" y="1589127"/>
            <a:ext cx="8939071" cy="858425"/>
            <a:chOff x="2168958" y="3600977"/>
            <a:chExt cx="8502557" cy="643817"/>
          </a:xfrm>
        </p:grpSpPr>
        <p:sp>
          <p:nvSpPr>
            <p:cNvPr id="9" name="Google Shape;332;p14">
              <a:extLst>
                <a:ext uri="{FF2B5EF4-FFF2-40B4-BE49-F238E27FC236}">
                  <a16:creationId xmlns:a16="http://schemas.microsoft.com/office/drawing/2014/main" id="{EA8DA136-2727-8DA0-7F16-C03C2F875C2D}"/>
                </a:ext>
              </a:extLst>
            </p:cNvPr>
            <p:cNvSpPr/>
            <p:nvPr/>
          </p:nvSpPr>
          <p:spPr>
            <a:xfrm>
              <a:off x="10001349" y="3757011"/>
              <a:ext cx="534176" cy="421199"/>
            </a:xfrm>
            <a:prstGeom prst="frame">
              <a:avLst>
                <a:gd name="adj1" fmla="val 7733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109710" tIns="109710" rIns="109710" bIns="109710" anchor="ctr" anchorCtr="0">
              <a:noAutofit/>
            </a:bodyPr>
            <a:lstStyle/>
            <a:p>
              <a:endParaRPr sz="2160"/>
            </a:p>
          </p:txBody>
        </p:sp>
        <p:sp>
          <p:nvSpPr>
            <p:cNvPr id="10" name="Google Shape;335;p14">
              <a:extLst>
                <a:ext uri="{FF2B5EF4-FFF2-40B4-BE49-F238E27FC236}">
                  <a16:creationId xmlns:a16="http://schemas.microsoft.com/office/drawing/2014/main" id="{9EE6AC38-CB90-A9B5-BDC3-BB4FF5EA1E66}"/>
                </a:ext>
              </a:extLst>
            </p:cNvPr>
            <p:cNvSpPr/>
            <p:nvPr/>
          </p:nvSpPr>
          <p:spPr>
            <a:xfrm>
              <a:off x="10059698" y="3600977"/>
              <a:ext cx="611817" cy="469739"/>
            </a:xfrm>
            <a:custGeom>
              <a:avLst/>
              <a:gdLst/>
              <a:ahLst/>
              <a:cxnLst/>
              <a:rect l="l" t="t" r="r" b="b"/>
              <a:pathLst>
                <a:path w="49380" h="51128" extrusionOk="0">
                  <a:moveTo>
                    <a:pt x="0" y="28404"/>
                  </a:moveTo>
                  <a:lnTo>
                    <a:pt x="18353" y="51128"/>
                  </a:lnTo>
                  <a:lnTo>
                    <a:pt x="49380" y="13109"/>
                  </a:lnTo>
                  <a:lnTo>
                    <a:pt x="33648" y="0"/>
                  </a:lnTo>
                  <a:lnTo>
                    <a:pt x="17916" y="41077"/>
                  </a:lnTo>
                  <a:lnTo>
                    <a:pt x="10487" y="15731"/>
                  </a:lnTo>
                  <a:close/>
                </a:path>
              </a:pathLst>
            </a:custGeom>
            <a:solidFill>
              <a:srgbClr val="55AFB3"/>
            </a:solidFill>
            <a:ln>
              <a:noFill/>
            </a:ln>
          </p:spPr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53C6D90-B237-19F7-02BB-57EECB8BCE2D}"/>
                </a:ext>
              </a:extLst>
            </p:cNvPr>
            <p:cNvSpPr/>
            <p:nvPr/>
          </p:nvSpPr>
          <p:spPr>
            <a:xfrm>
              <a:off x="2168958" y="3796403"/>
              <a:ext cx="7658585" cy="4483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defTabSz="85344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ar-SA" sz="18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دستورات، کنش</a:t>
              </a:r>
              <a:r>
                <a:rPr lang="fa-IR" b="1" dirty="0"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</a:t>
              </a:r>
              <a:r>
                <a:rPr lang="fa-IR" b="1" dirty="0">
                  <a:latin typeface="Calibri" panose="020F0502020204030204" pitchFamily="34" charset="0"/>
                  <a:ea typeface="Calibri" panose="020F0502020204030204" pitchFamily="34" charset="0"/>
                  <a:cs typeface="B Nazanin" panose="00000400000000000000" pitchFamily="2" charset="-78"/>
                </a:rPr>
                <a:t>یا</a:t>
              </a:r>
              <a:r>
                <a:rPr lang="fa-IR" b="1" dirty="0"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</a:t>
              </a:r>
              <a:r>
                <a:rPr lang="ar-SA" sz="18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درخواست هایی برای انجام برخی عملیات توسط سرویس دیگری هستند، چیزی که وضعیت سیستم را تغییر می دهد. </a:t>
              </a:r>
              <a:endParaRPr lang="en-US" sz="2160" b="1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9D78BFC-0CFD-7091-696D-4BB3F821DE22}"/>
              </a:ext>
            </a:extLst>
          </p:cNvPr>
          <p:cNvGrpSpPr/>
          <p:nvPr/>
        </p:nvGrpSpPr>
        <p:grpSpPr>
          <a:xfrm>
            <a:off x="1265192" y="3522951"/>
            <a:ext cx="8886415" cy="760560"/>
            <a:chOff x="2592908" y="4950441"/>
            <a:chExt cx="8160567" cy="570420"/>
          </a:xfrm>
        </p:grpSpPr>
        <p:sp>
          <p:nvSpPr>
            <p:cNvPr id="13" name="Google Shape;334;p14">
              <a:extLst>
                <a:ext uri="{FF2B5EF4-FFF2-40B4-BE49-F238E27FC236}">
                  <a16:creationId xmlns:a16="http://schemas.microsoft.com/office/drawing/2014/main" id="{0011CC2A-53FA-2358-7E40-49EDA3DACE0E}"/>
                </a:ext>
              </a:extLst>
            </p:cNvPr>
            <p:cNvSpPr/>
            <p:nvPr/>
          </p:nvSpPr>
          <p:spPr>
            <a:xfrm>
              <a:off x="10141657" y="5099661"/>
              <a:ext cx="515728" cy="421200"/>
            </a:xfrm>
            <a:prstGeom prst="frame">
              <a:avLst>
                <a:gd name="adj1" fmla="val 7733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109710" tIns="109710" rIns="109710" bIns="109710" anchor="ctr" anchorCtr="0">
              <a:noAutofit/>
            </a:bodyPr>
            <a:lstStyle/>
            <a:p>
              <a:endParaRPr sz="2160"/>
            </a:p>
          </p:txBody>
        </p:sp>
        <p:sp>
          <p:nvSpPr>
            <p:cNvPr id="14" name="Google Shape;337;p14">
              <a:extLst>
                <a:ext uri="{FF2B5EF4-FFF2-40B4-BE49-F238E27FC236}">
                  <a16:creationId xmlns:a16="http://schemas.microsoft.com/office/drawing/2014/main" id="{44521EBD-4B66-C17E-5C60-B1BD0CC066FC}"/>
                </a:ext>
              </a:extLst>
            </p:cNvPr>
            <p:cNvSpPr/>
            <p:nvPr/>
          </p:nvSpPr>
          <p:spPr>
            <a:xfrm>
              <a:off x="10141657" y="4950441"/>
              <a:ext cx="611818" cy="469739"/>
            </a:xfrm>
            <a:custGeom>
              <a:avLst/>
              <a:gdLst/>
              <a:ahLst/>
              <a:cxnLst/>
              <a:rect l="l" t="t" r="r" b="b"/>
              <a:pathLst>
                <a:path w="49380" h="51128" extrusionOk="0">
                  <a:moveTo>
                    <a:pt x="0" y="28404"/>
                  </a:moveTo>
                  <a:lnTo>
                    <a:pt x="18353" y="51128"/>
                  </a:lnTo>
                  <a:lnTo>
                    <a:pt x="49380" y="13109"/>
                  </a:lnTo>
                  <a:lnTo>
                    <a:pt x="33648" y="0"/>
                  </a:lnTo>
                  <a:lnTo>
                    <a:pt x="17916" y="41077"/>
                  </a:lnTo>
                  <a:lnTo>
                    <a:pt x="10487" y="15731"/>
                  </a:lnTo>
                  <a:close/>
                </a:path>
              </a:pathLst>
            </a:custGeom>
            <a:solidFill>
              <a:srgbClr val="55AFB3"/>
            </a:solidFill>
            <a:ln>
              <a:noFill/>
            </a:ln>
          </p:spPr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A25C7A2-651E-B3FE-6D5F-43125FFF8DAA}"/>
                </a:ext>
              </a:extLst>
            </p:cNvPr>
            <p:cNvSpPr/>
            <p:nvPr/>
          </p:nvSpPr>
          <p:spPr>
            <a:xfrm>
              <a:off x="2592908" y="5099053"/>
              <a:ext cx="7357181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 rtl="1"/>
              <a:r>
                <a:rPr lang="ar-SA" sz="18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مثال: </a:t>
              </a:r>
              <a:r>
                <a:rPr lang="en-US" sz="1800" b="1" dirty="0" err="1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processPayment</a:t>
              </a:r>
              <a:r>
                <a:rPr lang="en-US" sz="18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()</a:t>
              </a:r>
              <a:endParaRPr lang="fa-IR" sz="216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39AC99C-1D5D-9A76-3109-BA216E513DC7}"/>
              </a:ext>
            </a:extLst>
          </p:cNvPr>
          <p:cNvGrpSpPr/>
          <p:nvPr/>
        </p:nvGrpSpPr>
        <p:grpSpPr>
          <a:xfrm>
            <a:off x="1265193" y="4486168"/>
            <a:ext cx="8886413" cy="760560"/>
            <a:chOff x="2199862" y="4950441"/>
            <a:chExt cx="8553613" cy="570420"/>
          </a:xfrm>
        </p:grpSpPr>
        <p:sp>
          <p:nvSpPr>
            <p:cNvPr id="17" name="Google Shape;334;p14">
              <a:extLst>
                <a:ext uri="{FF2B5EF4-FFF2-40B4-BE49-F238E27FC236}">
                  <a16:creationId xmlns:a16="http://schemas.microsoft.com/office/drawing/2014/main" id="{6A471154-985A-0DF5-44CC-5CE3D9EBFD0E}"/>
                </a:ext>
              </a:extLst>
            </p:cNvPr>
            <p:cNvSpPr/>
            <p:nvPr/>
          </p:nvSpPr>
          <p:spPr>
            <a:xfrm>
              <a:off x="10141657" y="5099661"/>
              <a:ext cx="515728" cy="421200"/>
            </a:xfrm>
            <a:prstGeom prst="frame">
              <a:avLst>
                <a:gd name="adj1" fmla="val 7733"/>
              </a:avLst>
            </a:prstGeom>
            <a:solidFill>
              <a:srgbClr val="003964"/>
            </a:solidFill>
            <a:ln>
              <a:noFill/>
            </a:ln>
          </p:spPr>
          <p:txBody>
            <a:bodyPr spcFirstLastPara="1" wrap="square" lIns="109710" tIns="109710" rIns="109710" bIns="109710" anchor="ctr" anchorCtr="0">
              <a:noAutofit/>
            </a:bodyPr>
            <a:lstStyle/>
            <a:p>
              <a:endParaRPr sz="2160" dirty="0"/>
            </a:p>
          </p:txBody>
        </p:sp>
        <p:sp>
          <p:nvSpPr>
            <p:cNvPr id="18" name="Google Shape;337;p14">
              <a:extLst>
                <a:ext uri="{FF2B5EF4-FFF2-40B4-BE49-F238E27FC236}">
                  <a16:creationId xmlns:a16="http://schemas.microsoft.com/office/drawing/2014/main" id="{9A4F14B1-0BE4-8F4C-B379-EC5AFD628F8A}"/>
                </a:ext>
              </a:extLst>
            </p:cNvPr>
            <p:cNvSpPr/>
            <p:nvPr/>
          </p:nvSpPr>
          <p:spPr>
            <a:xfrm>
              <a:off x="10141657" y="4950441"/>
              <a:ext cx="611818" cy="469739"/>
            </a:xfrm>
            <a:custGeom>
              <a:avLst/>
              <a:gdLst/>
              <a:ahLst/>
              <a:cxnLst/>
              <a:rect l="l" t="t" r="r" b="b"/>
              <a:pathLst>
                <a:path w="49380" h="51128" extrusionOk="0">
                  <a:moveTo>
                    <a:pt x="0" y="28404"/>
                  </a:moveTo>
                  <a:lnTo>
                    <a:pt x="18353" y="51128"/>
                  </a:lnTo>
                  <a:lnTo>
                    <a:pt x="49380" y="13109"/>
                  </a:lnTo>
                  <a:lnTo>
                    <a:pt x="33648" y="0"/>
                  </a:lnTo>
                  <a:lnTo>
                    <a:pt x="17916" y="41077"/>
                  </a:lnTo>
                  <a:lnTo>
                    <a:pt x="10487" y="15731"/>
                  </a:lnTo>
                  <a:close/>
                </a:path>
              </a:pathLst>
            </a:custGeom>
            <a:solidFill>
              <a:srgbClr val="55AFB3"/>
            </a:solidFill>
            <a:ln>
              <a:noFill/>
            </a:ln>
          </p:spPr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B00C2EA-D3F9-7865-2041-33056F40480F}"/>
                </a:ext>
              </a:extLst>
            </p:cNvPr>
            <p:cNvSpPr/>
            <p:nvPr/>
          </p:nvSpPr>
          <p:spPr>
            <a:xfrm>
              <a:off x="2199862" y="5099661"/>
              <a:ext cx="775022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 rtl="1"/>
              <a:r>
                <a:rPr lang="fa-IR" b="1" dirty="0">
                  <a:latin typeface="Arial" panose="020B0604020202020204" pitchFamily="34" charset="0"/>
                  <a:cs typeface="B Nazanin" panose="00000400000000000000" pitchFamily="2" charset="-78"/>
                </a:rPr>
                <a:t>زمان استفاده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090754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C9340D-D0D6-4B48-94E7-0FF5020D1384}"/>
              </a:ext>
            </a:extLst>
          </p:cNvPr>
          <p:cNvSpPr/>
          <p:nvPr/>
        </p:nvSpPr>
        <p:spPr>
          <a:xfrm>
            <a:off x="10949651" y="-23148"/>
            <a:ext cx="12423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8" name="Rectangle 47">
            <a:hlinkClick r:id="rId3" action="ppaction://hlinksldjump"/>
            <a:extLst>
              <a:ext uri="{FF2B5EF4-FFF2-40B4-BE49-F238E27FC236}">
                <a16:creationId xmlns:a16="http://schemas.microsoft.com/office/drawing/2014/main" id="{6D7860E7-EBE5-42BF-9B1C-9A8735CC5850}"/>
              </a:ext>
            </a:extLst>
          </p:cNvPr>
          <p:cNvSpPr/>
          <p:nvPr/>
        </p:nvSpPr>
        <p:spPr>
          <a:xfrm>
            <a:off x="11222860" y="442177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Rectangle 44">
            <a:hlinkClick r:id="" action="ppaction://noaction"/>
            <a:extLst>
              <a:ext uri="{FF2B5EF4-FFF2-40B4-BE49-F238E27FC236}">
                <a16:creationId xmlns:a16="http://schemas.microsoft.com/office/drawing/2014/main" id="{73620106-7D22-448C-B7FF-054CB97EB46F}"/>
              </a:ext>
            </a:extLst>
          </p:cNvPr>
          <p:cNvSpPr/>
          <p:nvPr/>
        </p:nvSpPr>
        <p:spPr>
          <a:xfrm>
            <a:off x="11222860" y="3033933"/>
            <a:ext cx="809818" cy="7908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Rectangle 45">
            <a:hlinkClick r:id="" action="ppaction://noaction"/>
            <a:extLst>
              <a:ext uri="{FF2B5EF4-FFF2-40B4-BE49-F238E27FC236}">
                <a16:creationId xmlns:a16="http://schemas.microsoft.com/office/drawing/2014/main" id="{589BDDF9-F5A2-4FAC-B919-FD1F2861954A}"/>
              </a:ext>
            </a:extLst>
          </p:cNvPr>
          <p:cNvSpPr/>
          <p:nvPr/>
        </p:nvSpPr>
        <p:spPr>
          <a:xfrm>
            <a:off x="11116052" y="4540245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7" name="Rectangle 46">
            <a:hlinkClick r:id="" action="ppaction://noaction"/>
            <a:extLst>
              <a:ext uri="{FF2B5EF4-FFF2-40B4-BE49-F238E27FC236}">
                <a16:creationId xmlns:a16="http://schemas.microsoft.com/office/drawing/2014/main" id="{F0A155FF-C1EF-431B-92E0-0699FB6AF4C5}"/>
              </a:ext>
            </a:extLst>
          </p:cNvPr>
          <p:cNvSpPr/>
          <p:nvPr/>
        </p:nvSpPr>
        <p:spPr>
          <a:xfrm>
            <a:off x="11222860" y="5831842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hlinkClick r:id="" action="ppaction://noaction"/>
            <a:extLst>
              <a:ext uri="{FF2B5EF4-FFF2-40B4-BE49-F238E27FC236}">
                <a16:creationId xmlns:a16="http://schemas.microsoft.com/office/drawing/2014/main" id="{1126EAA4-7C49-4677-BC7F-76475CC0A19A}"/>
              </a:ext>
            </a:extLst>
          </p:cNvPr>
          <p:cNvSpPr/>
          <p:nvPr/>
        </p:nvSpPr>
        <p:spPr>
          <a:xfrm>
            <a:off x="11244080" y="3078303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>
            <a:hlinkClick r:id="" action="ppaction://noaction"/>
            <a:extLst>
              <a:ext uri="{FF2B5EF4-FFF2-40B4-BE49-F238E27FC236}">
                <a16:creationId xmlns:a16="http://schemas.microsoft.com/office/drawing/2014/main" id="{F35E70BC-2429-4BF3-8D0B-04F69E7D25F7}"/>
              </a:ext>
            </a:extLst>
          </p:cNvPr>
          <p:cNvSpPr/>
          <p:nvPr/>
        </p:nvSpPr>
        <p:spPr>
          <a:xfrm>
            <a:off x="11209355" y="5845678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Oval 5">
            <a:hlinkClick r:id="rId4" action="ppaction://hlinksldjump"/>
            <a:extLst>
              <a:ext uri="{FF2B5EF4-FFF2-40B4-BE49-F238E27FC236}">
                <a16:creationId xmlns:a16="http://schemas.microsoft.com/office/drawing/2014/main" id="{D6E034E9-CCB3-469B-96F8-90B76971A585}"/>
              </a:ext>
            </a:extLst>
          </p:cNvPr>
          <p:cNvSpPr/>
          <p:nvPr/>
        </p:nvSpPr>
        <p:spPr>
          <a:xfrm>
            <a:off x="10377817" y="1518210"/>
            <a:ext cx="1074211" cy="1164619"/>
          </a:xfrm>
          <a:custGeom>
            <a:avLst/>
            <a:gdLst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1066534"/>
              <a:gd name="connsiteX1" fmla="*/ 450000 w 900000"/>
              <a:gd name="connsiteY1" fmla="*/ 70413 h 1066534"/>
              <a:gd name="connsiteX2" fmla="*/ 900000 w 900000"/>
              <a:gd name="connsiteY2" fmla="*/ 520413 h 1066534"/>
              <a:gd name="connsiteX3" fmla="*/ 450000 w 900000"/>
              <a:gd name="connsiteY3" fmla="*/ 970413 h 1066534"/>
              <a:gd name="connsiteX4" fmla="*/ 0 w 900000"/>
              <a:gd name="connsiteY4" fmla="*/ 520413 h 1066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000" h="1066534">
                <a:moveTo>
                  <a:pt x="0" y="520413"/>
                </a:moveTo>
                <a:cubicBezTo>
                  <a:pt x="0" y="370413"/>
                  <a:pt x="513988" y="313481"/>
                  <a:pt x="450000" y="70413"/>
                </a:cubicBezTo>
                <a:cubicBezTo>
                  <a:pt x="386012" y="-172655"/>
                  <a:pt x="900000" y="271885"/>
                  <a:pt x="900000" y="520413"/>
                </a:cubicBezTo>
                <a:cubicBezTo>
                  <a:pt x="900000" y="768941"/>
                  <a:pt x="559631" y="635795"/>
                  <a:pt x="450000" y="970413"/>
                </a:cubicBezTo>
                <a:cubicBezTo>
                  <a:pt x="340369" y="1305031"/>
                  <a:pt x="0" y="670413"/>
                  <a:pt x="0" y="520413"/>
                </a:cubicBezTo>
                <a:close/>
              </a:path>
            </a:pathLst>
          </a:custGeom>
          <a:ln w="825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Content Placeholder 53">
            <a:extLst>
              <a:ext uri="{FF2B5EF4-FFF2-40B4-BE49-F238E27FC236}">
                <a16:creationId xmlns:a16="http://schemas.microsoft.com/office/drawing/2014/main" id="{0EC44D3F-39A2-4248-9C61-041C30B3E8B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79085" y="508934"/>
            <a:ext cx="9983788" cy="5138738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fa-IR" sz="2400" dirty="0">
                <a:solidFill>
                  <a:srgbClr val="0070C0"/>
                </a:solidFill>
                <a:ea typeface="+mj-ea"/>
                <a:cs typeface="B Titr"/>
              </a:rPr>
              <a:t>رویداد یا </a:t>
            </a:r>
            <a:r>
              <a:rPr lang="en-US" sz="2400" b="1" dirty="0">
                <a:solidFill>
                  <a:srgbClr val="0070C0"/>
                </a:solidFill>
                <a:ea typeface="+mj-ea"/>
                <a:cs typeface="B Titr"/>
              </a:rPr>
              <a:t>Event</a:t>
            </a:r>
            <a:endParaRPr lang="fa-IR" b="1" dirty="0"/>
          </a:p>
        </p:txBody>
      </p:sp>
      <p:sp>
        <p:nvSpPr>
          <p:cNvPr id="55" name="Striped Right Arrow 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65D0FE6F-6A20-443B-819F-70694BD486C9}"/>
              </a:ext>
            </a:extLst>
          </p:cNvPr>
          <p:cNvSpPr/>
          <p:nvPr/>
        </p:nvSpPr>
        <p:spPr>
          <a:xfrm rot="16200000">
            <a:off x="80162" y="5783314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sp>
        <p:nvSpPr>
          <p:cNvPr id="56" name="Striped Right Arrow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DB522DE-5A4D-43B5-A848-3E741167A7BE}"/>
              </a:ext>
            </a:extLst>
          </p:cNvPr>
          <p:cNvSpPr/>
          <p:nvPr/>
        </p:nvSpPr>
        <p:spPr>
          <a:xfrm>
            <a:off x="644918" y="6352996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sp>
        <p:nvSpPr>
          <p:cNvPr id="57" name="Content Placeholder 12">
            <a:extLst>
              <a:ext uri="{FF2B5EF4-FFF2-40B4-BE49-F238E27FC236}">
                <a16:creationId xmlns:a16="http://schemas.microsoft.com/office/drawing/2014/main" id="{E858324C-1349-4EA9-B29B-1AB52293426B}"/>
              </a:ext>
            </a:extLst>
          </p:cNvPr>
          <p:cNvSpPr txBox="1">
            <a:spLocks/>
          </p:cNvSpPr>
          <p:nvPr/>
        </p:nvSpPr>
        <p:spPr>
          <a:xfrm>
            <a:off x="11526577" y="1064096"/>
            <a:ext cx="538221" cy="2220549"/>
          </a:xfrm>
          <a:prstGeom prst="rect">
            <a:avLst/>
          </a:prstGeom>
          <a:noFill/>
          <a:effectLst>
            <a:outerShdw blurRad="50800" dist="12700" dir="5400000" algn="ctr" rotWithShape="0">
              <a:schemeClr val="accent4">
                <a:lumMod val="20000"/>
                <a:lumOff val="80000"/>
                <a:alpha val="99000"/>
              </a:schemeClr>
            </a:outerShdw>
          </a:effectLst>
        </p:spPr>
        <p:txBody>
          <a:bodyPr vert="vert270" wrap="square" lIns="114108" tIns="57054" rIns="114108" bIns="57054" rtlCol="0">
            <a:spAutoFit/>
          </a:bodyPr>
          <a:lstStyle>
            <a:defPPr>
              <a:defRPr lang="en-US"/>
            </a:defPPr>
            <a:lvl1pPr algn="ctr" rtl="1">
              <a:defRPr sz="2000" b="1">
                <a:ln w="0"/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cs typeface="B Mitra" panose="00000400000000000000" pitchFamily="2" charset="-78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6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4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2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2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a-I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تعریف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22B9FB5-9E18-6EA3-F32B-E8492C18EC95}"/>
              </a:ext>
            </a:extLst>
          </p:cNvPr>
          <p:cNvSpPr txBox="1"/>
          <p:nvPr/>
        </p:nvSpPr>
        <p:spPr>
          <a:xfrm>
            <a:off x="11189247" y="515268"/>
            <a:ext cx="809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01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42BA8E3-4EB6-F964-3199-98CC4DD860B5}"/>
              </a:ext>
            </a:extLst>
          </p:cNvPr>
          <p:cNvSpPr txBox="1"/>
          <p:nvPr/>
        </p:nvSpPr>
        <p:spPr>
          <a:xfrm>
            <a:off x="10552719" y="1870753"/>
            <a:ext cx="523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2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5805CB2F-368D-BAEC-F7E6-F3923E4C3F25}"/>
              </a:ext>
            </a:extLst>
          </p:cNvPr>
          <p:cNvSpPr txBox="1"/>
          <p:nvPr/>
        </p:nvSpPr>
        <p:spPr>
          <a:xfrm>
            <a:off x="11194494" y="3436653"/>
            <a:ext cx="852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03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B7A7B4E0-5421-CEBB-3677-111B3A86878F}"/>
              </a:ext>
            </a:extLst>
          </p:cNvPr>
          <p:cNvSpPr txBox="1"/>
          <p:nvPr/>
        </p:nvSpPr>
        <p:spPr>
          <a:xfrm>
            <a:off x="11137005" y="4592044"/>
            <a:ext cx="860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04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5863D25-2B34-BFB9-E7CD-069983217FCE}"/>
              </a:ext>
            </a:extLst>
          </p:cNvPr>
          <p:cNvGrpSpPr/>
          <p:nvPr/>
        </p:nvGrpSpPr>
        <p:grpSpPr>
          <a:xfrm>
            <a:off x="1224993" y="2561428"/>
            <a:ext cx="8926615" cy="758867"/>
            <a:chOff x="1962136" y="4280386"/>
            <a:chExt cx="8710892" cy="56915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5FBFBD2-08AE-0119-3D1A-3820365B3219}"/>
                </a:ext>
              </a:extLst>
            </p:cNvPr>
            <p:cNvSpPr/>
            <p:nvPr/>
          </p:nvSpPr>
          <p:spPr>
            <a:xfrm>
              <a:off x="1962136" y="4427120"/>
              <a:ext cx="7857189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r" rtl="1"/>
              <a:r>
                <a:rPr lang="ar-SA" sz="18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به </a:t>
              </a:r>
              <a:r>
                <a:rPr lang="fa-IR" sz="18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رویداد ها </a:t>
              </a:r>
              <a:r>
                <a:rPr lang="ar-SA" sz="18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«</a:t>
              </a:r>
              <a:r>
                <a:rPr lang="ar-SA" sz="1800" b="1" dirty="0">
                  <a:effectLst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8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fire and forget</a:t>
              </a:r>
              <a:r>
                <a:rPr lang="ar-SA" sz="18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» می‌گویند</a:t>
              </a:r>
              <a:r>
                <a:rPr lang="fa-IR" sz="18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.</a:t>
              </a:r>
              <a:endParaRPr lang="fa-IR" sz="2160" b="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Google Shape;333;p14">
              <a:extLst>
                <a:ext uri="{FF2B5EF4-FFF2-40B4-BE49-F238E27FC236}">
                  <a16:creationId xmlns:a16="http://schemas.microsoft.com/office/drawing/2014/main" id="{A1024AAF-1C7B-172B-65FE-16689061E6C2}"/>
                </a:ext>
              </a:extLst>
            </p:cNvPr>
            <p:cNvSpPr/>
            <p:nvPr/>
          </p:nvSpPr>
          <p:spPr>
            <a:xfrm>
              <a:off x="10001349" y="4428336"/>
              <a:ext cx="548028" cy="421200"/>
            </a:xfrm>
            <a:prstGeom prst="frame">
              <a:avLst>
                <a:gd name="adj1" fmla="val 7733"/>
              </a:avLst>
            </a:prstGeom>
            <a:solidFill>
              <a:srgbClr val="003964"/>
            </a:solidFill>
            <a:ln>
              <a:noFill/>
            </a:ln>
          </p:spPr>
          <p:txBody>
            <a:bodyPr spcFirstLastPara="1" wrap="square" lIns="109710" tIns="109710" rIns="109710" bIns="109710" anchor="ctr" anchorCtr="0">
              <a:noAutofit/>
            </a:bodyPr>
            <a:lstStyle/>
            <a:p>
              <a:endParaRPr sz="2160" dirty="0"/>
            </a:p>
          </p:txBody>
        </p:sp>
        <p:sp>
          <p:nvSpPr>
            <p:cNvPr id="7" name="Google Shape;336;p14">
              <a:extLst>
                <a:ext uri="{FF2B5EF4-FFF2-40B4-BE49-F238E27FC236}">
                  <a16:creationId xmlns:a16="http://schemas.microsoft.com/office/drawing/2014/main" id="{14591014-FA44-F3A5-67DD-4294989C3669}"/>
                </a:ext>
              </a:extLst>
            </p:cNvPr>
            <p:cNvSpPr/>
            <p:nvPr/>
          </p:nvSpPr>
          <p:spPr>
            <a:xfrm>
              <a:off x="10061211" y="4280386"/>
              <a:ext cx="611817" cy="469739"/>
            </a:xfrm>
            <a:custGeom>
              <a:avLst/>
              <a:gdLst/>
              <a:ahLst/>
              <a:cxnLst/>
              <a:rect l="l" t="t" r="r" b="b"/>
              <a:pathLst>
                <a:path w="49380" h="51128" extrusionOk="0">
                  <a:moveTo>
                    <a:pt x="0" y="28404"/>
                  </a:moveTo>
                  <a:lnTo>
                    <a:pt x="18353" y="51128"/>
                  </a:lnTo>
                  <a:lnTo>
                    <a:pt x="49380" y="13109"/>
                  </a:lnTo>
                  <a:lnTo>
                    <a:pt x="33648" y="0"/>
                  </a:lnTo>
                  <a:lnTo>
                    <a:pt x="17916" y="41077"/>
                  </a:lnTo>
                  <a:lnTo>
                    <a:pt x="10487" y="15731"/>
                  </a:lnTo>
                  <a:close/>
                </a:path>
              </a:pathLst>
            </a:custGeom>
            <a:solidFill>
              <a:srgbClr val="55AFB3"/>
            </a:solidFill>
            <a:ln>
              <a:noFill/>
            </a:ln>
          </p:spPr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1F66B0F-1BCB-988C-9118-B1A02DE5F67D}"/>
              </a:ext>
            </a:extLst>
          </p:cNvPr>
          <p:cNvGrpSpPr/>
          <p:nvPr/>
        </p:nvGrpSpPr>
        <p:grpSpPr>
          <a:xfrm>
            <a:off x="1212536" y="1589127"/>
            <a:ext cx="8939071" cy="858425"/>
            <a:chOff x="2168958" y="3600977"/>
            <a:chExt cx="8502557" cy="643817"/>
          </a:xfrm>
        </p:grpSpPr>
        <p:sp>
          <p:nvSpPr>
            <p:cNvPr id="9" name="Google Shape;332;p14">
              <a:extLst>
                <a:ext uri="{FF2B5EF4-FFF2-40B4-BE49-F238E27FC236}">
                  <a16:creationId xmlns:a16="http://schemas.microsoft.com/office/drawing/2014/main" id="{EA8DA136-2727-8DA0-7F16-C03C2F875C2D}"/>
                </a:ext>
              </a:extLst>
            </p:cNvPr>
            <p:cNvSpPr/>
            <p:nvPr/>
          </p:nvSpPr>
          <p:spPr>
            <a:xfrm>
              <a:off x="10001349" y="3757011"/>
              <a:ext cx="534176" cy="421199"/>
            </a:xfrm>
            <a:prstGeom prst="frame">
              <a:avLst>
                <a:gd name="adj1" fmla="val 7733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109710" tIns="109710" rIns="109710" bIns="109710" anchor="ctr" anchorCtr="0">
              <a:noAutofit/>
            </a:bodyPr>
            <a:lstStyle/>
            <a:p>
              <a:endParaRPr sz="2160"/>
            </a:p>
          </p:txBody>
        </p:sp>
        <p:sp>
          <p:nvSpPr>
            <p:cNvPr id="10" name="Google Shape;335;p14">
              <a:extLst>
                <a:ext uri="{FF2B5EF4-FFF2-40B4-BE49-F238E27FC236}">
                  <a16:creationId xmlns:a16="http://schemas.microsoft.com/office/drawing/2014/main" id="{9EE6AC38-CB90-A9B5-BDC3-BB4FF5EA1E66}"/>
                </a:ext>
              </a:extLst>
            </p:cNvPr>
            <p:cNvSpPr/>
            <p:nvPr/>
          </p:nvSpPr>
          <p:spPr>
            <a:xfrm>
              <a:off x="10059698" y="3600977"/>
              <a:ext cx="611817" cy="469739"/>
            </a:xfrm>
            <a:custGeom>
              <a:avLst/>
              <a:gdLst/>
              <a:ahLst/>
              <a:cxnLst/>
              <a:rect l="l" t="t" r="r" b="b"/>
              <a:pathLst>
                <a:path w="49380" h="51128" extrusionOk="0">
                  <a:moveTo>
                    <a:pt x="0" y="28404"/>
                  </a:moveTo>
                  <a:lnTo>
                    <a:pt x="18353" y="51128"/>
                  </a:lnTo>
                  <a:lnTo>
                    <a:pt x="49380" y="13109"/>
                  </a:lnTo>
                  <a:lnTo>
                    <a:pt x="33648" y="0"/>
                  </a:lnTo>
                  <a:lnTo>
                    <a:pt x="17916" y="41077"/>
                  </a:lnTo>
                  <a:lnTo>
                    <a:pt x="10487" y="15731"/>
                  </a:lnTo>
                  <a:close/>
                </a:path>
              </a:pathLst>
            </a:custGeom>
            <a:solidFill>
              <a:srgbClr val="55AFB3"/>
            </a:solidFill>
            <a:ln>
              <a:noFill/>
            </a:ln>
          </p:spPr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53C6D90-B237-19F7-02BB-57EECB8BCE2D}"/>
                </a:ext>
              </a:extLst>
            </p:cNvPr>
            <p:cNvSpPr/>
            <p:nvPr/>
          </p:nvSpPr>
          <p:spPr>
            <a:xfrm>
              <a:off x="2168958" y="3796403"/>
              <a:ext cx="7658585" cy="4483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 defTabSz="85344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ar-SA" sz="18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رویدادها هم یک حقیقت (</a:t>
              </a:r>
              <a:r>
                <a:rPr lang="en-US" sz="18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fact</a:t>
              </a:r>
              <a:r>
                <a:rPr lang="ar-SA" sz="18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) و هم یک اعلان هستند. چیزی را نشان می دهند که در دنیای واقعی اتفاق افتاده است</a:t>
              </a:r>
              <a:r>
                <a:rPr lang="fa-IR" sz="18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.</a:t>
              </a:r>
              <a:endParaRPr lang="en-US" sz="2160" b="1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9D78BFC-0CFD-7091-696D-4BB3F821DE22}"/>
              </a:ext>
            </a:extLst>
          </p:cNvPr>
          <p:cNvGrpSpPr/>
          <p:nvPr/>
        </p:nvGrpSpPr>
        <p:grpSpPr>
          <a:xfrm>
            <a:off x="1265192" y="4383559"/>
            <a:ext cx="8886415" cy="760560"/>
            <a:chOff x="2592908" y="4950441"/>
            <a:chExt cx="8160567" cy="570420"/>
          </a:xfrm>
        </p:grpSpPr>
        <p:sp>
          <p:nvSpPr>
            <p:cNvPr id="13" name="Google Shape;334;p14">
              <a:extLst>
                <a:ext uri="{FF2B5EF4-FFF2-40B4-BE49-F238E27FC236}">
                  <a16:creationId xmlns:a16="http://schemas.microsoft.com/office/drawing/2014/main" id="{0011CC2A-53FA-2358-7E40-49EDA3DACE0E}"/>
                </a:ext>
              </a:extLst>
            </p:cNvPr>
            <p:cNvSpPr/>
            <p:nvPr/>
          </p:nvSpPr>
          <p:spPr>
            <a:xfrm>
              <a:off x="10141657" y="5099661"/>
              <a:ext cx="515728" cy="421200"/>
            </a:xfrm>
            <a:prstGeom prst="frame">
              <a:avLst>
                <a:gd name="adj1" fmla="val 7733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109710" tIns="109710" rIns="109710" bIns="109710" anchor="ctr" anchorCtr="0">
              <a:noAutofit/>
            </a:bodyPr>
            <a:lstStyle/>
            <a:p>
              <a:endParaRPr sz="2160"/>
            </a:p>
          </p:txBody>
        </p:sp>
        <p:sp>
          <p:nvSpPr>
            <p:cNvPr id="14" name="Google Shape;337;p14">
              <a:extLst>
                <a:ext uri="{FF2B5EF4-FFF2-40B4-BE49-F238E27FC236}">
                  <a16:creationId xmlns:a16="http://schemas.microsoft.com/office/drawing/2014/main" id="{44521EBD-4B66-C17E-5C60-B1BD0CC066FC}"/>
                </a:ext>
              </a:extLst>
            </p:cNvPr>
            <p:cNvSpPr/>
            <p:nvPr/>
          </p:nvSpPr>
          <p:spPr>
            <a:xfrm>
              <a:off x="10141657" y="4950441"/>
              <a:ext cx="611818" cy="469739"/>
            </a:xfrm>
            <a:custGeom>
              <a:avLst/>
              <a:gdLst/>
              <a:ahLst/>
              <a:cxnLst/>
              <a:rect l="l" t="t" r="r" b="b"/>
              <a:pathLst>
                <a:path w="49380" h="51128" extrusionOk="0">
                  <a:moveTo>
                    <a:pt x="0" y="28404"/>
                  </a:moveTo>
                  <a:lnTo>
                    <a:pt x="18353" y="51128"/>
                  </a:lnTo>
                  <a:lnTo>
                    <a:pt x="49380" y="13109"/>
                  </a:lnTo>
                  <a:lnTo>
                    <a:pt x="33648" y="0"/>
                  </a:lnTo>
                  <a:lnTo>
                    <a:pt x="17916" y="41077"/>
                  </a:lnTo>
                  <a:lnTo>
                    <a:pt x="10487" y="15731"/>
                  </a:lnTo>
                  <a:close/>
                </a:path>
              </a:pathLst>
            </a:custGeom>
            <a:solidFill>
              <a:srgbClr val="55AFB3"/>
            </a:solidFill>
            <a:ln>
              <a:noFill/>
            </a:ln>
          </p:spPr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A25C7A2-651E-B3FE-6D5F-43125FFF8DAA}"/>
                </a:ext>
              </a:extLst>
            </p:cNvPr>
            <p:cNvSpPr/>
            <p:nvPr/>
          </p:nvSpPr>
          <p:spPr>
            <a:xfrm>
              <a:off x="2592908" y="5099053"/>
              <a:ext cx="7357181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 rtl="1"/>
              <a:r>
                <a:rPr lang="ar-SA" sz="18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مثال: </a:t>
              </a:r>
              <a:r>
                <a:rPr lang="en-US" sz="1800" b="1" dirty="0" err="1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OrderCreated</a:t>
              </a:r>
              <a:r>
                <a:rPr lang="en-US" sz="18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{Widget}</a:t>
              </a:r>
              <a:r>
                <a:rPr lang="ar-SA" sz="18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، </a:t>
              </a:r>
              <a:r>
                <a:rPr lang="en-US" sz="1800" b="1" dirty="0" err="1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CustomerDetailsUpdated</a:t>
              </a:r>
              <a:r>
                <a:rPr lang="en-US" sz="18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{Customer}</a:t>
              </a:r>
              <a:r>
                <a:rPr lang="en-US" sz="1800" b="1" dirty="0">
                  <a:effectLst/>
                  <a:latin typeface="Nazanin" panose="00000400000000000000" pitchFamily="2" charset="-78"/>
                  <a:ea typeface="Calibri" panose="020F0502020204030204" pitchFamily="34" charset="0"/>
                </a:rPr>
                <a:t> </a:t>
              </a:r>
              <a:endParaRPr lang="fa-IR" sz="216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39AC99C-1D5D-9A76-3109-BA216E513DC7}"/>
              </a:ext>
            </a:extLst>
          </p:cNvPr>
          <p:cNvGrpSpPr/>
          <p:nvPr/>
        </p:nvGrpSpPr>
        <p:grpSpPr>
          <a:xfrm>
            <a:off x="1265193" y="5346776"/>
            <a:ext cx="8886413" cy="760560"/>
            <a:chOff x="2199862" y="4950441"/>
            <a:chExt cx="8553613" cy="570420"/>
          </a:xfrm>
        </p:grpSpPr>
        <p:sp>
          <p:nvSpPr>
            <p:cNvPr id="17" name="Google Shape;334;p14">
              <a:extLst>
                <a:ext uri="{FF2B5EF4-FFF2-40B4-BE49-F238E27FC236}">
                  <a16:creationId xmlns:a16="http://schemas.microsoft.com/office/drawing/2014/main" id="{6A471154-985A-0DF5-44CC-5CE3D9EBFD0E}"/>
                </a:ext>
              </a:extLst>
            </p:cNvPr>
            <p:cNvSpPr/>
            <p:nvPr/>
          </p:nvSpPr>
          <p:spPr>
            <a:xfrm>
              <a:off x="10141657" y="5099661"/>
              <a:ext cx="515728" cy="421200"/>
            </a:xfrm>
            <a:prstGeom prst="frame">
              <a:avLst>
                <a:gd name="adj1" fmla="val 7733"/>
              </a:avLst>
            </a:prstGeom>
            <a:solidFill>
              <a:srgbClr val="003964"/>
            </a:solidFill>
            <a:ln>
              <a:noFill/>
            </a:ln>
          </p:spPr>
          <p:txBody>
            <a:bodyPr spcFirstLastPara="1" wrap="square" lIns="109710" tIns="109710" rIns="109710" bIns="109710" anchor="ctr" anchorCtr="0">
              <a:noAutofit/>
            </a:bodyPr>
            <a:lstStyle/>
            <a:p>
              <a:endParaRPr sz="2160" dirty="0"/>
            </a:p>
          </p:txBody>
        </p:sp>
        <p:sp>
          <p:nvSpPr>
            <p:cNvPr id="18" name="Google Shape;337;p14">
              <a:extLst>
                <a:ext uri="{FF2B5EF4-FFF2-40B4-BE49-F238E27FC236}">
                  <a16:creationId xmlns:a16="http://schemas.microsoft.com/office/drawing/2014/main" id="{9A4F14B1-0BE4-8F4C-B379-EC5AFD628F8A}"/>
                </a:ext>
              </a:extLst>
            </p:cNvPr>
            <p:cNvSpPr/>
            <p:nvPr/>
          </p:nvSpPr>
          <p:spPr>
            <a:xfrm>
              <a:off x="10141657" y="4950441"/>
              <a:ext cx="611818" cy="469739"/>
            </a:xfrm>
            <a:custGeom>
              <a:avLst/>
              <a:gdLst/>
              <a:ahLst/>
              <a:cxnLst/>
              <a:rect l="l" t="t" r="r" b="b"/>
              <a:pathLst>
                <a:path w="49380" h="51128" extrusionOk="0">
                  <a:moveTo>
                    <a:pt x="0" y="28404"/>
                  </a:moveTo>
                  <a:lnTo>
                    <a:pt x="18353" y="51128"/>
                  </a:lnTo>
                  <a:lnTo>
                    <a:pt x="49380" y="13109"/>
                  </a:lnTo>
                  <a:lnTo>
                    <a:pt x="33648" y="0"/>
                  </a:lnTo>
                  <a:lnTo>
                    <a:pt x="17916" y="41077"/>
                  </a:lnTo>
                  <a:lnTo>
                    <a:pt x="10487" y="15731"/>
                  </a:lnTo>
                  <a:close/>
                </a:path>
              </a:pathLst>
            </a:custGeom>
            <a:solidFill>
              <a:srgbClr val="55AFB3"/>
            </a:solidFill>
            <a:ln>
              <a:noFill/>
            </a:ln>
          </p:spPr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B00C2EA-D3F9-7865-2041-33056F40480F}"/>
                </a:ext>
              </a:extLst>
            </p:cNvPr>
            <p:cNvSpPr/>
            <p:nvPr/>
          </p:nvSpPr>
          <p:spPr>
            <a:xfrm>
              <a:off x="2199862" y="5099661"/>
              <a:ext cx="7750228" cy="31854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 rtl="1"/>
              <a:r>
                <a:rPr lang="fa-IR" sz="2160" dirty="0">
                  <a:latin typeface="Arial" panose="020B0604020202020204" pitchFamily="34" charset="0"/>
                  <a:cs typeface="B Nazanin" panose="00000400000000000000" pitchFamily="2" charset="-78"/>
                </a:rPr>
                <a:t>زمان استفاده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B0670B7-3538-CE24-3E76-0169634AED2C}"/>
              </a:ext>
            </a:extLst>
          </p:cNvPr>
          <p:cNvGrpSpPr/>
          <p:nvPr/>
        </p:nvGrpSpPr>
        <p:grpSpPr>
          <a:xfrm>
            <a:off x="1212536" y="3429000"/>
            <a:ext cx="8926615" cy="758867"/>
            <a:chOff x="1962136" y="4280386"/>
            <a:chExt cx="8710892" cy="56915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DCF27A8-F0E1-63DF-313B-C6F4220F0F91}"/>
                </a:ext>
              </a:extLst>
            </p:cNvPr>
            <p:cNvSpPr/>
            <p:nvPr/>
          </p:nvSpPr>
          <p:spPr>
            <a:xfrm>
              <a:off x="1962136" y="4427120"/>
              <a:ext cx="7857189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r" rtl="1"/>
              <a:r>
                <a:rPr lang="fa-IR" b="1" dirty="0">
                  <a:latin typeface="Arial" panose="020B0604020202020204" pitchFamily="34" charset="0"/>
                  <a:cs typeface="B Nazanin" panose="00000400000000000000" pitchFamily="2" charset="-78"/>
                </a:rPr>
                <a:t>دو عملکرد اصلی دارند: 1- </a:t>
              </a:r>
              <a:r>
                <a:rPr lang="en-US" b="1" dirty="0">
                  <a:cs typeface="B Nazanin" panose="00000400000000000000" pitchFamily="2" charset="-78"/>
                </a:rPr>
                <a:t>notification</a:t>
              </a:r>
              <a:r>
                <a:rPr lang="fa-IR" b="1" dirty="0">
                  <a:latin typeface="Arial" panose="020B0604020202020204" pitchFamily="34" charset="0"/>
                  <a:cs typeface="B Nazanin" panose="00000400000000000000" pitchFamily="2" charset="-78"/>
                </a:rPr>
                <a:t>  2- </a:t>
              </a:r>
              <a:r>
                <a:rPr lang="en-US" b="1" dirty="0">
                  <a:cs typeface="B Nazanin" panose="00000400000000000000" pitchFamily="2" charset="-78"/>
                </a:rPr>
                <a:t>replication</a:t>
              </a:r>
              <a:endParaRPr lang="fa-IR" b="1" dirty="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endParaRPr>
            </a:p>
          </p:txBody>
        </p:sp>
        <p:sp>
          <p:nvSpPr>
            <p:cNvPr id="22" name="Google Shape;333;p14">
              <a:extLst>
                <a:ext uri="{FF2B5EF4-FFF2-40B4-BE49-F238E27FC236}">
                  <a16:creationId xmlns:a16="http://schemas.microsoft.com/office/drawing/2014/main" id="{27C060DD-CF82-54E0-1D62-F63D4A90466A}"/>
                </a:ext>
              </a:extLst>
            </p:cNvPr>
            <p:cNvSpPr/>
            <p:nvPr/>
          </p:nvSpPr>
          <p:spPr>
            <a:xfrm>
              <a:off x="10001349" y="4428336"/>
              <a:ext cx="548028" cy="421200"/>
            </a:xfrm>
            <a:prstGeom prst="frame">
              <a:avLst>
                <a:gd name="adj1" fmla="val 7733"/>
              </a:avLst>
            </a:prstGeom>
            <a:solidFill>
              <a:srgbClr val="003964"/>
            </a:solidFill>
            <a:ln>
              <a:noFill/>
            </a:ln>
          </p:spPr>
          <p:txBody>
            <a:bodyPr spcFirstLastPara="1" wrap="square" lIns="109710" tIns="109710" rIns="109710" bIns="109710" anchor="ctr" anchorCtr="0">
              <a:noAutofit/>
            </a:bodyPr>
            <a:lstStyle/>
            <a:p>
              <a:endParaRPr sz="2160" dirty="0"/>
            </a:p>
          </p:txBody>
        </p:sp>
        <p:sp>
          <p:nvSpPr>
            <p:cNvPr id="23" name="Google Shape;336;p14">
              <a:extLst>
                <a:ext uri="{FF2B5EF4-FFF2-40B4-BE49-F238E27FC236}">
                  <a16:creationId xmlns:a16="http://schemas.microsoft.com/office/drawing/2014/main" id="{46D1849A-6ECD-3682-774B-626BA909437A}"/>
                </a:ext>
              </a:extLst>
            </p:cNvPr>
            <p:cNvSpPr/>
            <p:nvPr/>
          </p:nvSpPr>
          <p:spPr>
            <a:xfrm>
              <a:off x="10061211" y="4280386"/>
              <a:ext cx="611817" cy="469739"/>
            </a:xfrm>
            <a:custGeom>
              <a:avLst/>
              <a:gdLst/>
              <a:ahLst/>
              <a:cxnLst/>
              <a:rect l="l" t="t" r="r" b="b"/>
              <a:pathLst>
                <a:path w="49380" h="51128" extrusionOk="0">
                  <a:moveTo>
                    <a:pt x="0" y="28404"/>
                  </a:moveTo>
                  <a:lnTo>
                    <a:pt x="18353" y="51128"/>
                  </a:lnTo>
                  <a:lnTo>
                    <a:pt x="49380" y="13109"/>
                  </a:lnTo>
                  <a:lnTo>
                    <a:pt x="33648" y="0"/>
                  </a:lnTo>
                  <a:lnTo>
                    <a:pt x="17916" y="41077"/>
                  </a:lnTo>
                  <a:lnTo>
                    <a:pt x="10487" y="15731"/>
                  </a:lnTo>
                  <a:close/>
                </a:path>
              </a:pathLst>
            </a:custGeom>
            <a:solidFill>
              <a:srgbClr val="55AFB3"/>
            </a:solidFill>
            <a:ln>
              <a:noFill/>
            </a:ln>
          </p:spPr>
        </p:sp>
      </p:grpSp>
    </p:spTree>
    <p:extLst>
      <p:ext uri="{BB962C8B-B14F-4D97-AF65-F5344CB8AC3E}">
        <p14:creationId xmlns:p14="http://schemas.microsoft.com/office/powerpoint/2010/main" val="42051904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C9340D-D0D6-4B48-94E7-0FF5020D1384}"/>
              </a:ext>
            </a:extLst>
          </p:cNvPr>
          <p:cNvSpPr/>
          <p:nvPr/>
        </p:nvSpPr>
        <p:spPr>
          <a:xfrm>
            <a:off x="10949651" y="-23148"/>
            <a:ext cx="12423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8" name="Rectangle 47">
            <a:hlinkClick r:id="rId3" action="ppaction://hlinksldjump"/>
            <a:extLst>
              <a:ext uri="{FF2B5EF4-FFF2-40B4-BE49-F238E27FC236}">
                <a16:creationId xmlns:a16="http://schemas.microsoft.com/office/drawing/2014/main" id="{6D7860E7-EBE5-42BF-9B1C-9A8735CC5850}"/>
              </a:ext>
            </a:extLst>
          </p:cNvPr>
          <p:cNvSpPr/>
          <p:nvPr/>
        </p:nvSpPr>
        <p:spPr>
          <a:xfrm>
            <a:off x="11222860" y="442177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Rectangle 44">
            <a:hlinkClick r:id="" action="ppaction://noaction"/>
            <a:extLst>
              <a:ext uri="{FF2B5EF4-FFF2-40B4-BE49-F238E27FC236}">
                <a16:creationId xmlns:a16="http://schemas.microsoft.com/office/drawing/2014/main" id="{73620106-7D22-448C-B7FF-054CB97EB46F}"/>
              </a:ext>
            </a:extLst>
          </p:cNvPr>
          <p:cNvSpPr/>
          <p:nvPr/>
        </p:nvSpPr>
        <p:spPr>
          <a:xfrm>
            <a:off x="11222860" y="3033933"/>
            <a:ext cx="809818" cy="7908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Rectangle 45">
            <a:hlinkClick r:id="" action="ppaction://noaction"/>
            <a:extLst>
              <a:ext uri="{FF2B5EF4-FFF2-40B4-BE49-F238E27FC236}">
                <a16:creationId xmlns:a16="http://schemas.microsoft.com/office/drawing/2014/main" id="{589BDDF9-F5A2-4FAC-B919-FD1F2861954A}"/>
              </a:ext>
            </a:extLst>
          </p:cNvPr>
          <p:cNvSpPr/>
          <p:nvPr/>
        </p:nvSpPr>
        <p:spPr>
          <a:xfrm>
            <a:off x="11116052" y="4540245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7" name="Rectangle 46">
            <a:hlinkClick r:id="" action="ppaction://noaction"/>
            <a:extLst>
              <a:ext uri="{FF2B5EF4-FFF2-40B4-BE49-F238E27FC236}">
                <a16:creationId xmlns:a16="http://schemas.microsoft.com/office/drawing/2014/main" id="{F0A155FF-C1EF-431B-92E0-0699FB6AF4C5}"/>
              </a:ext>
            </a:extLst>
          </p:cNvPr>
          <p:cNvSpPr/>
          <p:nvPr/>
        </p:nvSpPr>
        <p:spPr>
          <a:xfrm>
            <a:off x="11222860" y="5831842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hlinkClick r:id="" action="ppaction://noaction"/>
            <a:extLst>
              <a:ext uri="{FF2B5EF4-FFF2-40B4-BE49-F238E27FC236}">
                <a16:creationId xmlns:a16="http://schemas.microsoft.com/office/drawing/2014/main" id="{1126EAA4-7C49-4677-BC7F-76475CC0A19A}"/>
              </a:ext>
            </a:extLst>
          </p:cNvPr>
          <p:cNvSpPr/>
          <p:nvPr/>
        </p:nvSpPr>
        <p:spPr>
          <a:xfrm>
            <a:off x="11244080" y="3078303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>
            <a:hlinkClick r:id="" action="ppaction://noaction"/>
            <a:extLst>
              <a:ext uri="{FF2B5EF4-FFF2-40B4-BE49-F238E27FC236}">
                <a16:creationId xmlns:a16="http://schemas.microsoft.com/office/drawing/2014/main" id="{F35E70BC-2429-4BF3-8D0B-04F69E7D25F7}"/>
              </a:ext>
            </a:extLst>
          </p:cNvPr>
          <p:cNvSpPr/>
          <p:nvPr/>
        </p:nvSpPr>
        <p:spPr>
          <a:xfrm>
            <a:off x="11209355" y="5845678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Oval 5">
            <a:hlinkClick r:id="rId4" action="ppaction://hlinksldjump"/>
            <a:extLst>
              <a:ext uri="{FF2B5EF4-FFF2-40B4-BE49-F238E27FC236}">
                <a16:creationId xmlns:a16="http://schemas.microsoft.com/office/drawing/2014/main" id="{D6E034E9-CCB3-469B-96F8-90B76971A585}"/>
              </a:ext>
            </a:extLst>
          </p:cNvPr>
          <p:cNvSpPr/>
          <p:nvPr/>
        </p:nvSpPr>
        <p:spPr>
          <a:xfrm>
            <a:off x="10377817" y="1518210"/>
            <a:ext cx="1074211" cy="1164619"/>
          </a:xfrm>
          <a:custGeom>
            <a:avLst/>
            <a:gdLst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1066534"/>
              <a:gd name="connsiteX1" fmla="*/ 450000 w 900000"/>
              <a:gd name="connsiteY1" fmla="*/ 70413 h 1066534"/>
              <a:gd name="connsiteX2" fmla="*/ 900000 w 900000"/>
              <a:gd name="connsiteY2" fmla="*/ 520413 h 1066534"/>
              <a:gd name="connsiteX3" fmla="*/ 450000 w 900000"/>
              <a:gd name="connsiteY3" fmla="*/ 970413 h 1066534"/>
              <a:gd name="connsiteX4" fmla="*/ 0 w 900000"/>
              <a:gd name="connsiteY4" fmla="*/ 520413 h 1066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000" h="1066534">
                <a:moveTo>
                  <a:pt x="0" y="520413"/>
                </a:moveTo>
                <a:cubicBezTo>
                  <a:pt x="0" y="370413"/>
                  <a:pt x="513988" y="313481"/>
                  <a:pt x="450000" y="70413"/>
                </a:cubicBezTo>
                <a:cubicBezTo>
                  <a:pt x="386012" y="-172655"/>
                  <a:pt x="900000" y="271885"/>
                  <a:pt x="900000" y="520413"/>
                </a:cubicBezTo>
                <a:cubicBezTo>
                  <a:pt x="900000" y="768941"/>
                  <a:pt x="559631" y="635795"/>
                  <a:pt x="450000" y="970413"/>
                </a:cubicBezTo>
                <a:cubicBezTo>
                  <a:pt x="340369" y="1305031"/>
                  <a:pt x="0" y="670413"/>
                  <a:pt x="0" y="520413"/>
                </a:cubicBezTo>
                <a:close/>
              </a:path>
            </a:pathLst>
          </a:custGeom>
          <a:ln w="825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Content Placeholder 53">
            <a:extLst>
              <a:ext uri="{FF2B5EF4-FFF2-40B4-BE49-F238E27FC236}">
                <a16:creationId xmlns:a16="http://schemas.microsoft.com/office/drawing/2014/main" id="{0EC44D3F-39A2-4248-9C61-041C30B3E8B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79085" y="508934"/>
            <a:ext cx="9983788" cy="5138738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fa-IR" sz="2400" dirty="0">
                <a:solidFill>
                  <a:srgbClr val="0070C0"/>
                </a:solidFill>
                <a:ea typeface="+mj-ea"/>
                <a:cs typeface="B Titr"/>
              </a:rPr>
              <a:t>کوئری یا </a:t>
            </a:r>
            <a:r>
              <a:rPr lang="en-US" sz="2400" b="1" dirty="0">
                <a:solidFill>
                  <a:srgbClr val="0070C0"/>
                </a:solidFill>
                <a:ea typeface="+mj-ea"/>
                <a:cs typeface="B Titr"/>
              </a:rPr>
              <a:t>Query</a:t>
            </a:r>
            <a:endParaRPr lang="fa-IR" b="1" dirty="0"/>
          </a:p>
        </p:txBody>
      </p:sp>
      <p:sp>
        <p:nvSpPr>
          <p:cNvPr id="55" name="Striped Right Arrow 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65D0FE6F-6A20-443B-819F-70694BD486C9}"/>
              </a:ext>
            </a:extLst>
          </p:cNvPr>
          <p:cNvSpPr/>
          <p:nvPr/>
        </p:nvSpPr>
        <p:spPr>
          <a:xfrm rot="16200000">
            <a:off x="80162" y="5783314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sp>
        <p:nvSpPr>
          <p:cNvPr id="56" name="Striped Right Arrow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DB522DE-5A4D-43B5-A848-3E741167A7BE}"/>
              </a:ext>
            </a:extLst>
          </p:cNvPr>
          <p:cNvSpPr/>
          <p:nvPr/>
        </p:nvSpPr>
        <p:spPr>
          <a:xfrm>
            <a:off x="644918" y="6352996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sp>
        <p:nvSpPr>
          <p:cNvPr id="57" name="Content Placeholder 12">
            <a:extLst>
              <a:ext uri="{FF2B5EF4-FFF2-40B4-BE49-F238E27FC236}">
                <a16:creationId xmlns:a16="http://schemas.microsoft.com/office/drawing/2014/main" id="{E858324C-1349-4EA9-B29B-1AB52293426B}"/>
              </a:ext>
            </a:extLst>
          </p:cNvPr>
          <p:cNvSpPr txBox="1">
            <a:spLocks/>
          </p:cNvSpPr>
          <p:nvPr/>
        </p:nvSpPr>
        <p:spPr>
          <a:xfrm>
            <a:off x="11526577" y="1064096"/>
            <a:ext cx="538221" cy="2220549"/>
          </a:xfrm>
          <a:prstGeom prst="rect">
            <a:avLst/>
          </a:prstGeom>
          <a:noFill/>
          <a:effectLst>
            <a:outerShdw blurRad="50800" dist="12700" dir="5400000" algn="ctr" rotWithShape="0">
              <a:schemeClr val="accent4">
                <a:lumMod val="20000"/>
                <a:lumOff val="80000"/>
                <a:alpha val="99000"/>
              </a:schemeClr>
            </a:outerShdw>
          </a:effectLst>
        </p:spPr>
        <p:txBody>
          <a:bodyPr vert="vert270" wrap="square" lIns="114108" tIns="57054" rIns="114108" bIns="57054" rtlCol="0">
            <a:spAutoFit/>
          </a:bodyPr>
          <a:lstStyle>
            <a:defPPr>
              <a:defRPr lang="en-US"/>
            </a:defPPr>
            <a:lvl1pPr algn="ctr" rtl="1">
              <a:defRPr sz="2000" b="1">
                <a:ln w="0"/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cs typeface="B Mitra" panose="00000400000000000000" pitchFamily="2" charset="-78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6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4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2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2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a-I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تعریف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22B9FB5-9E18-6EA3-F32B-E8492C18EC95}"/>
              </a:ext>
            </a:extLst>
          </p:cNvPr>
          <p:cNvSpPr txBox="1"/>
          <p:nvPr/>
        </p:nvSpPr>
        <p:spPr>
          <a:xfrm>
            <a:off x="11189247" y="515268"/>
            <a:ext cx="809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01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42BA8E3-4EB6-F964-3199-98CC4DD860B5}"/>
              </a:ext>
            </a:extLst>
          </p:cNvPr>
          <p:cNvSpPr txBox="1"/>
          <p:nvPr/>
        </p:nvSpPr>
        <p:spPr>
          <a:xfrm>
            <a:off x="10552719" y="1870753"/>
            <a:ext cx="523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2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5805CB2F-368D-BAEC-F7E6-F3923E4C3F25}"/>
              </a:ext>
            </a:extLst>
          </p:cNvPr>
          <p:cNvSpPr txBox="1"/>
          <p:nvPr/>
        </p:nvSpPr>
        <p:spPr>
          <a:xfrm>
            <a:off x="11194494" y="3436653"/>
            <a:ext cx="852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03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B7A7B4E0-5421-CEBB-3677-111B3A86878F}"/>
              </a:ext>
            </a:extLst>
          </p:cNvPr>
          <p:cNvSpPr txBox="1"/>
          <p:nvPr/>
        </p:nvSpPr>
        <p:spPr>
          <a:xfrm>
            <a:off x="11137005" y="4592044"/>
            <a:ext cx="860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04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5863D25-2B34-BFB9-E7CD-069983217FCE}"/>
              </a:ext>
            </a:extLst>
          </p:cNvPr>
          <p:cNvGrpSpPr/>
          <p:nvPr/>
        </p:nvGrpSpPr>
        <p:grpSpPr>
          <a:xfrm>
            <a:off x="1224993" y="2561428"/>
            <a:ext cx="8926615" cy="758867"/>
            <a:chOff x="1962136" y="4280386"/>
            <a:chExt cx="8710892" cy="56915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5FBFBD2-08AE-0119-3D1A-3820365B3219}"/>
                </a:ext>
              </a:extLst>
            </p:cNvPr>
            <p:cNvSpPr/>
            <p:nvPr/>
          </p:nvSpPr>
          <p:spPr>
            <a:xfrm>
              <a:off x="1962136" y="4427120"/>
              <a:ext cx="7857189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r" rtl="1"/>
              <a:r>
                <a:rPr lang="ar-SA" sz="18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آنها </a:t>
              </a:r>
              <a:r>
                <a:rPr lang="en-US" sz="18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state</a:t>
              </a:r>
              <a:r>
                <a:rPr lang="ar-SA" sz="18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 سیستم را بدون تغییر رها می کنند</a:t>
              </a:r>
              <a:r>
                <a: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.</a:t>
              </a:r>
              <a:endParaRPr lang="fa-IR" sz="2160" b="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Google Shape;333;p14">
              <a:extLst>
                <a:ext uri="{FF2B5EF4-FFF2-40B4-BE49-F238E27FC236}">
                  <a16:creationId xmlns:a16="http://schemas.microsoft.com/office/drawing/2014/main" id="{A1024AAF-1C7B-172B-65FE-16689061E6C2}"/>
                </a:ext>
              </a:extLst>
            </p:cNvPr>
            <p:cNvSpPr/>
            <p:nvPr/>
          </p:nvSpPr>
          <p:spPr>
            <a:xfrm>
              <a:off x="10001349" y="4428336"/>
              <a:ext cx="548028" cy="421200"/>
            </a:xfrm>
            <a:prstGeom prst="frame">
              <a:avLst>
                <a:gd name="adj1" fmla="val 7733"/>
              </a:avLst>
            </a:prstGeom>
            <a:solidFill>
              <a:srgbClr val="003964"/>
            </a:solidFill>
            <a:ln>
              <a:noFill/>
            </a:ln>
          </p:spPr>
          <p:txBody>
            <a:bodyPr spcFirstLastPara="1" wrap="square" lIns="109710" tIns="109710" rIns="109710" bIns="109710" anchor="ctr" anchorCtr="0">
              <a:noAutofit/>
            </a:bodyPr>
            <a:lstStyle/>
            <a:p>
              <a:endParaRPr sz="2160" dirty="0"/>
            </a:p>
          </p:txBody>
        </p:sp>
        <p:sp>
          <p:nvSpPr>
            <p:cNvPr id="7" name="Google Shape;336;p14">
              <a:extLst>
                <a:ext uri="{FF2B5EF4-FFF2-40B4-BE49-F238E27FC236}">
                  <a16:creationId xmlns:a16="http://schemas.microsoft.com/office/drawing/2014/main" id="{14591014-FA44-F3A5-67DD-4294989C3669}"/>
                </a:ext>
              </a:extLst>
            </p:cNvPr>
            <p:cNvSpPr/>
            <p:nvPr/>
          </p:nvSpPr>
          <p:spPr>
            <a:xfrm>
              <a:off x="10061211" y="4280386"/>
              <a:ext cx="611817" cy="469739"/>
            </a:xfrm>
            <a:custGeom>
              <a:avLst/>
              <a:gdLst/>
              <a:ahLst/>
              <a:cxnLst/>
              <a:rect l="l" t="t" r="r" b="b"/>
              <a:pathLst>
                <a:path w="49380" h="51128" extrusionOk="0">
                  <a:moveTo>
                    <a:pt x="0" y="28404"/>
                  </a:moveTo>
                  <a:lnTo>
                    <a:pt x="18353" y="51128"/>
                  </a:lnTo>
                  <a:lnTo>
                    <a:pt x="49380" y="13109"/>
                  </a:lnTo>
                  <a:lnTo>
                    <a:pt x="33648" y="0"/>
                  </a:lnTo>
                  <a:lnTo>
                    <a:pt x="17916" y="41077"/>
                  </a:lnTo>
                  <a:lnTo>
                    <a:pt x="10487" y="15731"/>
                  </a:lnTo>
                  <a:close/>
                </a:path>
              </a:pathLst>
            </a:custGeom>
            <a:solidFill>
              <a:srgbClr val="55AFB3"/>
            </a:solidFill>
            <a:ln>
              <a:noFill/>
            </a:ln>
          </p:spPr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1F66B0F-1BCB-988C-9118-B1A02DE5F67D}"/>
              </a:ext>
            </a:extLst>
          </p:cNvPr>
          <p:cNvGrpSpPr/>
          <p:nvPr/>
        </p:nvGrpSpPr>
        <p:grpSpPr>
          <a:xfrm>
            <a:off x="1212536" y="1589126"/>
            <a:ext cx="8939071" cy="769646"/>
            <a:chOff x="2168958" y="3600977"/>
            <a:chExt cx="8502557" cy="577233"/>
          </a:xfrm>
        </p:grpSpPr>
        <p:sp>
          <p:nvSpPr>
            <p:cNvPr id="9" name="Google Shape;332;p14">
              <a:extLst>
                <a:ext uri="{FF2B5EF4-FFF2-40B4-BE49-F238E27FC236}">
                  <a16:creationId xmlns:a16="http://schemas.microsoft.com/office/drawing/2014/main" id="{EA8DA136-2727-8DA0-7F16-C03C2F875C2D}"/>
                </a:ext>
              </a:extLst>
            </p:cNvPr>
            <p:cNvSpPr/>
            <p:nvPr/>
          </p:nvSpPr>
          <p:spPr>
            <a:xfrm>
              <a:off x="10001349" y="3757011"/>
              <a:ext cx="534176" cy="421199"/>
            </a:xfrm>
            <a:prstGeom prst="frame">
              <a:avLst>
                <a:gd name="adj1" fmla="val 7733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109710" tIns="109710" rIns="109710" bIns="109710" anchor="ctr" anchorCtr="0">
              <a:noAutofit/>
            </a:bodyPr>
            <a:lstStyle/>
            <a:p>
              <a:endParaRPr sz="2160"/>
            </a:p>
          </p:txBody>
        </p:sp>
        <p:sp>
          <p:nvSpPr>
            <p:cNvPr id="10" name="Google Shape;335;p14">
              <a:extLst>
                <a:ext uri="{FF2B5EF4-FFF2-40B4-BE49-F238E27FC236}">
                  <a16:creationId xmlns:a16="http://schemas.microsoft.com/office/drawing/2014/main" id="{9EE6AC38-CB90-A9B5-BDC3-BB4FF5EA1E66}"/>
                </a:ext>
              </a:extLst>
            </p:cNvPr>
            <p:cNvSpPr/>
            <p:nvPr/>
          </p:nvSpPr>
          <p:spPr>
            <a:xfrm>
              <a:off x="10059698" y="3600977"/>
              <a:ext cx="611817" cy="469739"/>
            </a:xfrm>
            <a:custGeom>
              <a:avLst/>
              <a:gdLst/>
              <a:ahLst/>
              <a:cxnLst/>
              <a:rect l="l" t="t" r="r" b="b"/>
              <a:pathLst>
                <a:path w="49380" h="51128" extrusionOk="0">
                  <a:moveTo>
                    <a:pt x="0" y="28404"/>
                  </a:moveTo>
                  <a:lnTo>
                    <a:pt x="18353" y="51128"/>
                  </a:lnTo>
                  <a:lnTo>
                    <a:pt x="49380" y="13109"/>
                  </a:lnTo>
                  <a:lnTo>
                    <a:pt x="33648" y="0"/>
                  </a:lnTo>
                  <a:lnTo>
                    <a:pt x="17916" y="41077"/>
                  </a:lnTo>
                  <a:lnTo>
                    <a:pt x="10487" y="15731"/>
                  </a:lnTo>
                  <a:close/>
                </a:path>
              </a:pathLst>
            </a:custGeom>
            <a:solidFill>
              <a:srgbClr val="55AFB3"/>
            </a:solidFill>
            <a:ln>
              <a:noFill/>
            </a:ln>
          </p:spPr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53C6D90-B237-19F7-02BB-57EECB8BCE2D}"/>
                </a:ext>
              </a:extLst>
            </p:cNvPr>
            <p:cNvSpPr/>
            <p:nvPr/>
          </p:nvSpPr>
          <p:spPr>
            <a:xfrm>
              <a:off x="2168958" y="3796403"/>
              <a:ext cx="7658585" cy="26141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 defTabSz="85344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8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 </a:t>
              </a:r>
              <a:r>
                <a:rPr lang="ar-SA" sz="18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کوئری درخواست برای جستجوی چیزی است. </a:t>
              </a:r>
              <a:endParaRPr lang="en-US" sz="2160" b="1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9D78BFC-0CFD-7091-696D-4BB3F821DE22}"/>
              </a:ext>
            </a:extLst>
          </p:cNvPr>
          <p:cNvGrpSpPr/>
          <p:nvPr/>
        </p:nvGrpSpPr>
        <p:grpSpPr>
          <a:xfrm>
            <a:off x="1265192" y="3522951"/>
            <a:ext cx="8886415" cy="760560"/>
            <a:chOff x="2592908" y="4950441"/>
            <a:chExt cx="8160567" cy="570420"/>
          </a:xfrm>
        </p:grpSpPr>
        <p:sp>
          <p:nvSpPr>
            <p:cNvPr id="13" name="Google Shape;334;p14">
              <a:extLst>
                <a:ext uri="{FF2B5EF4-FFF2-40B4-BE49-F238E27FC236}">
                  <a16:creationId xmlns:a16="http://schemas.microsoft.com/office/drawing/2014/main" id="{0011CC2A-53FA-2358-7E40-49EDA3DACE0E}"/>
                </a:ext>
              </a:extLst>
            </p:cNvPr>
            <p:cNvSpPr/>
            <p:nvPr/>
          </p:nvSpPr>
          <p:spPr>
            <a:xfrm>
              <a:off x="10141657" y="5099661"/>
              <a:ext cx="515728" cy="421200"/>
            </a:xfrm>
            <a:prstGeom prst="frame">
              <a:avLst>
                <a:gd name="adj1" fmla="val 7733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109710" tIns="109710" rIns="109710" bIns="109710" anchor="ctr" anchorCtr="0">
              <a:noAutofit/>
            </a:bodyPr>
            <a:lstStyle/>
            <a:p>
              <a:endParaRPr sz="2160"/>
            </a:p>
          </p:txBody>
        </p:sp>
        <p:sp>
          <p:nvSpPr>
            <p:cNvPr id="14" name="Google Shape;337;p14">
              <a:extLst>
                <a:ext uri="{FF2B5EF4-FFF2-40B4-BE49-F238E27FC236}">
                  <a16:creationId xmlns:a16="http://schemas.microsoft.com/office/drawing/2014/main" id="{44521EBD-4B66-C17E-5C60-B1BD0CC066FC}"/>
                </a:ext>
              </a:extLst>
            </p:cNvPr>
            <p:cNvSpPr/>
            <p:nvPr/>
          </p:nvSpPr>
          <p:spPr>
            <a:xfrm>
              <a:off x="10141657" y="4950441"/>
              <a:ext cx="611818" cy="469739"/>
            </a:xfrm>
            <a:custGeom>
              <a:avLst/>
              <a:gdLst/>
              <a:ahLst/>
              <a:cxnLst/>
              <a:rect l="l" t="t" r="r" b="b"/>
              <a:pathLst>
                <a:path w="49380" h="51128" extrusionOk="0">
                  <a:moveTo>
                    <a:pt x="0" y="28404"/>
                  </a:moveTo>
                  <a:lnTo>
                    <a:pt x="18353" y="51128"/>
                  </a:lnTo>
                  <a:lnTo>
                    <a:pt x="49380" y="13109"/>
                  </a:lnTo>
                  <a:lnTo>
                    <a:pt x="33648" y="0"/>
                  </a:lnTo>
                  <a:lnTo>
                    <a:pt x="17916" y="41077"/>
                  </a:lnTo>
                  <a:lnTo>
                    <a:pt x="10487" y="15731"/>
                  </a:lnTo>
                  <a:close/>
                </a:path>
              </a:pathLst>
            </a:custGeom>
            <a:solidFill>
              <a:srgbClr val="55AFB3"/>
            </a:solidFill>
            <a:ln>
              <a:noFill/>
            </a:ln>
          </p:spPr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A25C7A2-651E-B3FE-6D5F-43125FFF8DAA}"/>
                </a:ext>
              </a:extLst>
            </p:cNvPr>
            <p:cNvSpPr/>
            <p:nvPr/>
          </p:nvSpPr>
          <p:spPr>
            <a:xfrm>
              <a:off x="2592908" y="5099053"/>
              <a:ext cx="7357181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 rtl="1"/>
              <a:r>
                <a:rPr lang="ar-SA" sz="18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مثال: </a:t>
              </a:r>
              <a:r>
                <a:rPr lang="en-US" sz="1800" b="1" dirty="0" err="1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getOrder</a:t>
              </a:r>
              <a:r>
                <a:rPr lang="en-US" sz="18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(ID=42)</a:t>
              </a:r>
              <a:r>
                <a:rPr lang="ar-SA" sz="18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 </a:t>
              </a:r>
              <a:endParaRPr lang="fa-IR" sz="216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39AC99C-1D5D-9A76-3109-BA216E513DC7}"/>
              </a:ext>
            </a:extLst>
          </p:cNvPr>
          <p:cNvGrpSpPr/>
          <p:nvPr/>
        </p:nvGrpSpPr>
        <p:grpSpPr>
          <a:xfrm>
            <a:off x="1265193" y="4486168"/>
            <a:ext cx="8886413" cy="760560"/>
            <a:chOff x="2199862" y="4950441"/>
            <a:chExt cx="8553613" cy="570420"/>
          </a:xfrm>
        </p:grpSpPr>
        <p:sp>
          <p:nvSpPr>
            <p:cNvPr id="17" name="Google Shape;334;p14">
              <a:extLst>
                <a:ext uri="{FF2B5EF4-FFF2-40B4-BE49-F238E27FC236}">
                  <a16:creationId xmlns:a16="http://schemas.microsoft.com/office/drawing/2014/main" id="{6A471154-985A-0DF5-44CC-5CE3D9EBFD0E}"/>
                </a:ext>
              </a:extLst>
            </p:cNvPr>
            <p:cNvSpPr/>
            <p:nvPr/>
          </p:nvSpPr>
          <p:spPr>
            <a:xfrm>
              <a:off x="10141657" y="5099661"/>
              <a:ext cx="515728" cy="421200"/>
            </a:xfrm>
            <a:prstGeom prst="frame">
              <a:avLst>
                <a:gd name="adj1" fmla="val 7733"/>
              </a:avLst>
            </a:prstGeom>
            <a:solidFill>
              <a:srgbClr val="003964"/>
            </a:solidFill>
            <a:ln>
              <a:noFill/>
            </a:ln>
          </p:spPr>
          <p:txBody>
            <a:bodyPr spcFirstLastPara="1" wrap="square" lIns="109710" tIns="109710" rIns="109710" bIns="109710" anchor="ctr" anchorCtr="0">
              <a:noAutofit/>
            </a:bodyPr>
            <a:lstStyle/>
            <a:p>
              <a:endParaRPr sz="2160" dirty="0"/>
            </a:p>
          </p:txBody>
        </p:sp>
        <p:sp>
          <p:nvSpPr>
            <p:cNvPr id="18" name="Google Shape;337;p14">
              <a:extLst>
                <a:ext uri="{FF2B5EF4-FFF2-40B4-BE49-F238E27FC236}">
                  <a16:creationId xmlns:a16="http://schemas.microsoft.com/office/drawing/2014/main" id="{9A4F14B1-0BE4-8F4C-B379-EC5AFD628F8A}"/>
                </a:ext>
              </a:extLst>
            </p:cNvPr>
            <p:cNvSpPr/>
            <p:nvPr/>
          </p:nvSpPr>
          <p:spPr>
            <a:xfrm>
              <a:off x="10141657" y="4950441"/>
              <a:ext cx="611818" cy="469739"/>
            </a:xfrm>
            <a:custGeom>
              <a:avLst/>
              <a:gdLst/>
              <a:ahLst/>
              <a:cxnLst/>
              <a:rect l="l" t="t" r="r" b="b"/>
              <a:pathLst>
                <a:path w="49380" h="51128" extrusionOk="0">
                  <a:moveTo>
                    <a:pt x="0" y="28404"/>
                  </a:moveTo>
                  <a:lnTo>
                    <a:pt x="18353" y="51128"/>
                  </a:lnTo>
                  <a:lnTo>
                    <a:pt x="49380" y="13109"/>
                  </a:lnTo>
                  <a:lnTo>
                    <a:pt x="33648" y="0"/>
                  </a:lnTo>
                  <a:lnTo>
                    <a:pt x="17916" y="41077"/>
                  </a:lnTo>
                  <a:lnTo>
                    <a:pt x="10487" y="15731"/>
                  </a:lnTo>
                  <a:close/>
                </a:path>
              </a:pathLst>
            </a:custGeom>
            <a:solidFill>
              <a:srgbClr val="55AFB3"/>
            </a:solidFill>
            <a:ln>
              <a:noFill/>
            </a:ln>
          </p:spPr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B00C2EA-D3F9-7865-2041-33056F40480F}"/>
                </a:ext>
              </a:extLst>
            </p:cNvPr>
            <p:cNvSpPr/>
            <p:nvPr/>
          </p:nvSpPr>
          <p:spPr>
            <a:xfrm>
              <a:off x="2199862" y="5099661"/>
              <a:ext cx="7750228" cy="31854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 rtl="1"/>
              <a:r>
                <a:rPr lang="fa-IR" sz="2160" dirty="0">
                  <a:latin typeface="Arial" panose="020B0604020202020204" pitchFamily="34" charset="0"/>
                  <a:cs typeface="B Nazanin" panose="00000400000000000000" pitchFamily="2" charset="-78"/>
                </a:rPr>
                <a:t>زمان استفاده</a:t>
              </a: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A1A6128F-915E-0229-B9FE-E364174435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289" y="4002711"/>
            <a:ext cx="5112391" cy="1663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7189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C9340D-D0D6-4B48-94E7-0FF5020D1384}"/>
              </a:ext>
            </a:extLst>
          </p:cNvPr>
          <p:cNvSpPr/>
          <p:nvPr/>
        </p:nvSpPr>
        <p:spPr>
          <a:xfrm>
            <a:off x="10949651" y="-23148"/>
            <a:ext cx="12423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8" name="Rectangle 47">
            <a:hlinkClick r:id="rId3" action="ppaction://hlinksldjump"/>
            <a:extLst>
              <a:ext uri="{FF2B5EF4-FFF2-40B4-BE49-F238E27FC236}">
                <a16:creationId xmlns:a16="http://schemas.microsoft.com/office/drawing/2014/main" id="{6D7860E7-EBE5-42BF-9B1C-9A8735CC5850}"/>
              </a:ext>
            </a:extLst>
          </p:cNvPr>
          <p:cNvSpPr/>
          <p:nvPr/>
        </p:nvSpPr>
        <p:spPr>
          <a:xfrm>
            <a:off x="11222860" y="442177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Rectangle 44">
            <a:hlinkClick r:id="" action="ppaction://noaction"/>
            <a:extLst>
              <a:ext uri="{FF2B5EF4-FFF2-40B4-BE49-F238E27FC236}">
                <a16:creationId xmlns:a16="http://schemas.microsoft.com/office/drawing/2014/main" id="{73620106-7D22-448C-B7FF-054CB97EB46F}"/>
              </a:ext>
            </a:extLst>
          </p:cNvPr>
          <p:cNvSpPr/>
          <p:nvPr/>
        </p:nvSpPr>
        <p:spPr>
          <a:xfrm>
            <a:off x="11222860" y="3033933"/>
            <a:ext cx="809818" cy="7908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Rectangle 45">
            <a:hlinkClick r:id="" action="ppaction://noaction"/>
            <a:extLst>
              <a:ext uri="{FF2B5EF4-FFF2-40B4-BE49-F238E27FC236}">
                <a16:creationId xmlns:a16="http://schemas.microsoft.com/office/drawing/2014/main" id="{589BDDF9-F5A2-4FAC-B919-FD1F2861954A}"/>
              </a:ext>
            </a:extLst>
          </p:cNvPr>
          <p:cNvSpPr/>
          <p:nvPr/>
        </p:nvSpPr>
        <p:spPr>
          <a:xfrm>
            <a:off x="11116052" y="4540245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7" name="Rectangle 46">
            <a:hlinkClick r:id="" action="ppaction://noaction"/>
            <a:extLst>
              <a:ext uri="{FF2B5EF4-FFF2-40B4-BE49-F238E27FC236}">
                <a16:creationId xmlns:a16="http://schemas.microsoft.com/office/drawing/2014/main" id="{F0A155FF-C1EF-431B-92E0-0699FB6AF4C5}"/>
              </a:ext>
            </a:extLst>
          </p:cNvPr>
          <p:cNvSpPr/>
          <p:nvPr/>
        </p:nvSpPr>
        <p:spPr>
          <a:xfrm>
            <a:off x="11222860" y="5831842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hlinkClick r:id="" action="ppaction://noaction"/>
            <a:extLst>
              <a:ext uri="{FF2B5EF4-FFF2-40B4-BE49-F238E27FC236}">
                <a16:creationId xmlns:a16="http://schemas.microsoft.com/office/drawing/2014/main" id="{1126EAA4-7C49-4677-BC7F-76475CC0A19A}"/>
              </a:ext>
            </a:extLst>
          </p:cNvPr>
          <p:cNvSpPr/>
          <p:nvPr/>
        </p:nvSpPr>
        <p:spPr>
          <a:xfrm>
            <a:off x="11244080" y="3078303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>
            <a:hlinkClick r:id="" action="ppaction://noaction"/>
            <a:extLst>
              <a:ext uri="{FF2B5EF4-FFF2-40B4-BE49-F238E27FC236}">
                <a16:creationId xmlns:a16="http://schemas.microsoft.com/office/drawing/2014/main" id="{F35E70BC-2429-4BF3-8D0B-04F69E7D25F7}"/>
              </a:ext>
            </a:extLst>
          </p:cNvPr>
          <p:cNvSpPr/>
          <p:nvPr/>
        </p:nvSpPr>
        <p:spPr>
          <a:xfrm>
            <a:off x="11209355" y="5845678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Oval 5">
            <a:hlinkClick r:id="rId4" action="ppaction://hlinksldjump"/>
            <a:extLst>
              <a:ext uri="{FF2B5EF4-FFF2-40B4-BE49-F238E27FC236}">
                <a16:creationId xmlns:a16="http://schemas.microsoft.com/office/drawing/2014/main" id="{D6E034E9-CCB3-469B-96F8-90B76971A585}"/>
              </a:ext>
            </a:extLst>
          </p:cNvPr>
          <p:cNvSpPr/>
          <p:nvPr/>
        </p:nvSpPr>
        <p:spPr>
          <a:xfrm>
            <a:off x="10377817" y="1518210"/>
            <a:ext cx="1074211" cy="1164619"/>
          </a:xfrm>
          <a:custGeom>
            <a:avLst/>
            <a:gdLst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1066534"/>
              <a:gd name="connsiteX1" fmla="*/ 450000 w 900000"/>
              <a:gd name="connsiteY1" fmla="*/ 70413 h 1066534"/>
              <a:gd name="connsiteX2" fmla="*/ 900000 w 900000"/>
              <a:gd name="connsiteY2" fmla="*/ 520413 h 1066534"/>
              <a:gd name="connsiteX3" fmla="*/ 450000 w 900000"/>
              <a:gd name="connsiteY3" fmla="*/ 970413 h 1066534"/>
              <a:gd name="connsiteX4" fmla="*/ 0 w 900000"/>
              <a:gd name="connsiteY4" fmla="*/ 520413 h 1066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000" h="1066534">
                <a:moveTo>
                  <a:pt x="0" y="520413"/>
                </a:moveTo>
                <a:cubicBezTo>
                  <a:pt x="0" y="370413"/>
                  <a:pt x="513988" y="313481"/>
                  <a:pt x="450000" y="70413"/>
                </a:cubicBezTo>
                <a:cubicBezTo>
                  <a:pt x="386012" y="-172655"/>
                  <a:pt x="900000" y="271885"/>
                  <a:pt x="900000" y="520413"/>
                </a:cubicBezTo>
                <a:cubicBezTo>
                  <a:pt x="900000" y="768941"/>
                  <a:pt x="559631" y="635795"/>
                  <a:pt x="450000" y="970413"/>
                </a:cubicBezTo>
                <a:cubicBezTo>
                  <a:pt x="340369" y="1305031"/>
                  <a:pt x="0" y="670413"/>
                  <a:pt x="0" y="520413"/>
                </a:cubicBezTo>
                <a:close/>
              </a:path>
            </a:pathLst>
          </a:custGeom>
          <a:ln w="825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Content Placeholder 53">
            <a:extLst>
              <a:ext uri="{FF2B5EF4-FFF2-40B4-BE49-F238E27FC236}">
                <a16:creationId xmlns:a16="http://schemas.microsoft.com/office/drawing/2014/main" id="{0EC44D3F-39A2-4248-9C61-041C30B3E8B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79085" y="508934"/>
            <a:ext cx="9983788" cy="5138738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fa-IR" sz="2400" dirty="0">
                <a:solidFill>
                  <a:srgbClr val="0070C0"/>
                </a:solidFill>
                <a:ea typeface="+mj-ea"/>
                <a:cs typeface="B Titr"/>
              </a:rPr>
              <a:t>خلاصه </a:t>
            </a:r>
            <a:endParaRPr lang="fa-IR" b="1" dirty="0"/>
          </a:p>
        </p:txBody>
      </p:sp>
      <p:sp>
        <p:nvSpPr>
          <p:cNvPr id="55" name="Striped Right Arrow 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65D0FE6F-6A20-443B-819F-70694BD486C9}"/>
              </a:ext>
            </a:extLst>
          </p:cNvPr>
          <p:cNvSpPr/>
          <p:nvPr/>
        </p:nvSpPr>
        <p:spPr>
          <a:xfrm rot="16200000">
            <a:off x="80162" y="5783314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sp>
        <p:nvSpPr>
          <p:cNvPr id="56" name="Striped Right Arrow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DB522DE-5A4D-43B5-A848-3E741167A7BE}"/>
              </a:ext>
            </a:extLst>
          </p:cNvPr>
          <p:cNvSpPr/>
          <p:nvPr/>
        </p:nvSpPr>
        <p:spPr>
          <a:xfrm>
            <a:off x="644918" y="6352996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sp>
        <p:nvSpPr>
          <p:cNvPr id="57" name="Content Placeholder 12">
            <a:extLst>
              <a:ext uri="{FF2B5EF4-FFF2-40B4-BE49-F238E27FC236}">
                <a16:creationId xmlns:a16="http://schemas.microsoft.com/office/drawing/2014/main" id="{E858324C-1349-4EA9-B29B-1AB52293426B}"/>
              </a:ext>
            </a:extLst>
          </p:cNvPr>
          <p:cNvSpPr txBox="1">
            <a:spLocks/>
          </p:cNvSpPr>
          <p:nvPr/>
        </p:nvSpPr>
        <p:spPr>
          <a:xfrm>
            <a:off x="11526577" y="1064096"/>
            <a:ext cx="538221" cy="2220549"/>
          </a:xfrm>
          <a:prstGeom prst="rect">
            <a:avLst/>
          </a:prstGeom>
          <a:noFill/>
          <a:effectLst>
            <a:outerShdw blurRad="50800" dist="12700" dir="5400000" algn="ctr" rotWithShape="0">
              <a:schemeClr val="accent4">
                <a:lumMod val="20000"/>
                <a:lumOff val="80000"/>
                <a:alpha val="99000"/>
              </a:schemeClr>
            </a:outerShdw>
          </a:effectLst>
        </p:spPr>
        <p:txBody>
          <a:bodyPr vert="vert270" wrap="square" lIns="114108" tIns="57054" rIns="114108" bIns="57054" rtlCol="0">
            <a:spAutoFit/>
          </a:bodyPr>
          <a:lstStyle>
            <a:defPPr>
              <a:defRPr lang="en-US"/>
            </a:defPPr>
            <a:lvl1pPr algn="ctr" rtl="1">
              <a:defRPr sz="2000" b="1">
                <a:ln w="0"/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cs typeface="B Mitra" panose="00000400000000000000" pitchFamily="2" charset="-78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6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4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2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2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a-I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تعریف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22B9FB5-9E18-6EA3-F32B-E8492C18EC95}"/>
              </a:ext>
            </a:extLst>
          </p:cNvPr>
          <p:cNvSpPr txBox="1"/>
          <p:nvPr/>
        </p:nvSpPr>
        <p:spPr>
          <a:xfrm>
            <a:off x="11189247" y="515268"/>
            <a:ext cx="809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01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42BA8E3-4EB6-F964-3199-98CC4DD860B5}"/>
              </a:ext>
            </a:extLst>
          </p:cNvPr>
          <p:cNvSpPr txBox="1"/>
          <p:nvPr/>
        </p:nvSpPr>
        <p:spPr>
          <a:xfrm>
            <a:off x="10552719" y="1870753"/>
            <a:ext cx="523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2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5805CB2F-368D-BAEC-F7E6-F3923E4C3F25}"/>
              </a:ext>
            </a:extLst>
          </p:cNvPr>
          <p:cNvSpPr txBox="1"/>
          <p:nvPr/>
        </p:nvSpPr>
        <p:spPr>
          <a:xfrm>
            <a:off x="11194494" y="3436653"/>
            <a:ext cx="852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03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B7A7B4E0-5421-CEBB-3677-111B3A86878F}"/>
              </a:ext>
            </a:extLst>
          </p:cNvPr>
          <p:cNvSpPr txBox="1"/>
          <p:nvPr/>
        </p:nvSpPr>
        <p:spPr>
          <a:xfrm>
            <a:off x="11137005" y="4592044"/>
            <a:ext cx="860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04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D80130D-FEB8-062B-0D39-4AD694DA77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1174" y="1789705"/>
            <a:ext cx="6877660" cy="341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8232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C92C460C-76BE-438E-811E-7493C089E45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fa-IR" b="1" dirty="0"/>
              <a:t>مفهوم </a:t>
            </a:r>
            <a:r>
              <a:rPr lang="en-US" b="1" dirty="0"/>
              <a:t>Coupling</a:t>
            </a:r>
          </a:p>
        </p:txBody>
      </p:sp>
      <p:sp>
        <p:nvSpPr>
          <p:cNvPr id="17" name="Google Shape;4326;p55">
            <a:hlinkClick r:id="rId2" action="ppaction://hlinksldjump"/>
            <a:extLst>
              <a:ext uri="{FF2B5EF4-FFF2-40B4-BE49-F238E27FC236}">
                <a16:creationId xmlns:a16="http://schemas.microsoft.com/office/drawing/2014/main" id="{A029967C-975B-4EE8-8F7A-3F7591479344}"/>
              </a:ext>
            </a:extLst>
          </p:cNvPr>
          <p:cNvSpPr/>
          <p:nvPr/>
        </p:nvSpPr>
        <p:spPr>
          <a:xfrm>
            <a:off x="11196893" y="6387218"/>
            <a:ext cx="482052" cy="421088"/>
          </a:xfrm>
          <a:custGeom>
            <a:avLst/>
            <a:gdLst/>
            <a:ahLst/>
            <a:cxnLst/>
            <a:rect l="l" t="t" r="r" b="b"/>
            <a:pathLst>
              <a:path w="11217" h="10342" extrusionOk="0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rgbClr val="003964"/>
          </a:solidFill>
          <a:ln>
            <a:solidFill>
              <a:srgbClr val="003964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" name="Oval 5">
            <a:hlinkClick r:id="rId3" action="ppaction://hlinksldjump"/>
            <a:extLst>
              <a:ext uri="{FF2B5EF4-FFF2-40B4-BE49-F238E27FC236}">
                <a16:creationId xmlns:a16="http://schemas.microsoft.com/office/drawing/2014/main" id="{4940BE9B-33E0-4111-979C-4EA84B9C2B71}"/>
              </a:ext>
            </a:extLst>
          </p:cNvPr>
          <p:cNvSpPr/>
          <p:nvPr/>
        </p:nvSpPr>
        <p:spPr>
          <a:xfrm>
            <a:off x="8730578" y="2085298"/>
            <a:ext cx="2880000" cy="3240000"/>
          </a:xfrm>
          <a:custGeom>
            <a:avLst/>
            <a:gdLst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1066534"/>
              <a:gd name="connsiteX1" fmla="*/ 450000 w 900000"/>
              <a:gd name="connsiteY1" fmla="*/ 70413 h 1066534"/>
              <a:gd name="connsiteX2" fmla="*/ 900000 w 900000"/>
              <a:gd name="connsiteY2" fmla="*/ 520413 h 1066534"/>
              <a:gd name="connsiteX3" fmla="*/ 450000 w 900000"/>
              <a:gd name="connsiteY3" fmla="*/ 970413 h 1066534"/>
              <a:gd name="connsiteX4" fmla="*/ 0 w 900000"/>
              <a:gd name="connsiteY4" fmla="*/ 520413 h 1066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000" h="1066534">
                <a:moveTo>
                  <a:pt x="0" y="520413"/>
                </a:moveTo>
                <a:cubicBezTo>
                  <a:pt x="0" y="370413"/>
                  <a:pt x="513988" y="313481"/>
                  <a:pt x="450000" y="70413"/>
                </a:cubicBezTo>
                <a:cubicBezTo>
                  <a:pt x="386012" y="-172655"/>
                  <a:pt x="900000" y="271885"/>
                  <a:pt x="900000" y="520413"/>
                </a:cubicBezTo>
                <a:cubicBezTo>
                  <a:pt x="900000" y="768941"/>
                  <a:pt x="559631" y="635795"/>
                  <a:pt x="450000" y="970413"/>
                </a:cubicBezTo>
                <a:cubicBezTo>
                  <a:pt x="340369" y="1305031"/>
                  <a:pt x="0" y="670413"/>
                  <a:pt x="0" y="520413"/>
                </a:cubicBezTo>
                <a:close/>
              </a:path>
            </a:pathLst>
          </a:custGeom>
          <a:ln w="825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Arrow: Chevron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3CAFDD6-B6D0-49BB-BFED-0120E4D93F50}"/>
              </a:ext>
            </a:extLst>
          </p:cNvPr>
          <p:cNvSpPr/>
          <p:nvPr/>
        </p:nvSpPr>
        <p:spPr>
          <a:xfrm>
            <a:off x="11776075" y="6457950"/>
            <a:ext cx="292100" cy="350356"/>
          </a:xfrm>
          <a:prstGeom prst="chevron">
            <a:avLst/>
          </a:prstGeom>
          <a:solidFill>
            <a:srgbClr val="3494B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8" name="Arrow: Chevron 2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78155F95-DDDB-4376-9E15-907C0F22EACD}"/>
              </a:ext>
            </a:extLst>
          </p:cNvPr>
          <p:cNvSpPr/>
          <p:nvPr/>
        </p:nvSpPr>
        <p:spPr>
          <a:xfrm flipH="1">
            <a:off x="10807663" y="6457950"/>
            <a:ext cx="292100" cy="350356"/>
          </a:xfrm>
          <a:prstGeom prst="chevron">
            <a:avLst/>
          </a:prstGeom>
          <a:solidFill>
            <a:srgbClr val="3494B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AF08C6-8C99-B661-C4D2-EFA356C4A3EC}"/>
              </a:ext>
            </a:extLst>
          </p:cNvPr>
          <p:cNvSpPr txBox="1"/>
          <p:nvPr/>
        </p:nvSpPr>
        <p:spPr>
          <a:xfrm>
            <a:off x="9585489" y="3485219"/>
            <a:ext cx="11701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4000" dirty="0">
                <a:solidFill>
                  <a:schemeClr val="bg1"/>
                </a:solidFill>
                <a:cs typeface="2  Yekan" panose="00000400000000000000" pitchFamily="2" charset="-78"/>
              </a:rPr>
              <a:t>3</a:t>
            </a:r>
            <a:endParaRPr lang="en-US" sz="40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F66CF8-5F24-FA60-6111-00AC5B5A6A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1012683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D2013E-8B66-4DAC-B5BC-6F8B3065F7CB}"/>
              </a:ext>
            </a:extLst>
          </p:cNvPr>
          <p:cNvSpPr/>
          <p:nvPr/>
        </p:nvSpPr>
        <p:spPr>
          <a:xfrm>
            <a:off x="10949651" y="0"/>
            <a:ext cx="12423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Oval 5">
            <a:extLst>
              <a:ext uri="{FF2B5EF4-FFF2-40B4-BE49-F238E27FC236}">
                <a16:creationId xmlns:a16="http://schemas.microsoft.com/office/drawing/2014/main" id="{F129CDBD-19EB-44B5-8F68-3F50E4198D01}"/>
              </a:ext>
            </a:extLst>
          </p:cNvPr>
          <p:cNvSpPr/>
          <p:nvPr/>
        </p:nvSpPr>
        <p:spPr>
          <a:xfrm>
            <a:off x="10377816" y="2862802"/>
            <a:ext cx="1074211" cy="1164619"/>
          </a:xfrm>
          <a:custGeom>
            <a:avLst/>
            <a:gdLst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1066534"/>
              <a:gd name="connsiteX1" fmla="*/ 450000 w 900000"/>
              <a:gd name="connsiteY1" fmla="*/ 70413 h 1066534"/>
              <a:gd name="connsiteX2" fmla="*/ 900000 w 900000"/>
              <a:gd name="connsiteY2" fmla="*/ 520413 h 1066534"/>
              <a:gd name="connsiteX3" fmla="*/ 450000 w 900000"/>
              <a:gd name="connsiteY3" fmla="*/ 970413 h 1066534"/>
              <a:gd name="connsiteX4" fmla="*/ 0 w 900000"/>
              <a:gd name="connsiteY4" fmla="*/ 520413 h 1066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000" h="1066534">
                <a:moveTo>
                  <a:pt x="0" y="520413"/>
                </a:moveTo>
                <a:cubicBezTo>
                  <a:pt x="0" y="370413"/>
                  <a:pt x="513988" y="313481"/>
                  <a:pt x="450000" y="70413"/>
                </a:cubicBezTo>
                <a:cubicBezTo>
                  <a:pt x="386012" y="-172655"/>
                  <a:pt x="900000" y="271885"/>
                  <a:pt x="900000" y="520413"/>
                </a:cubicBezTo>
                <a:cubicBezTo>
                  <a:pt x="900000" y="768941"/>
                  <a:pt x="559631" y="635795"/>
                  <a:pt x="450000" y="970413"/>
                </a:cubicBezTo>
                <a:cubicBezTo>
                  <a:pt x="340369" y="1305031"/>
                  <a:pt x="0" y="670413"/>
                  <a:pt x="0" y="520413"/>
                </a:cubicBezTo>
                <a:close/>
              </a:path>
            </a:pathLst>
          </a:custGeom>
          <a:ln w="825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hlinkClick r:id="" action="ppaction://noaction"/>
            <a:extLst>
              <a:ext uri="{FF2B5EF4-FFF2-40B4-BE49-F238E27FC236}">
                <a16:creationId xmlns:a16="http://schemas.microsoft.com/office/drawing/2014/main" id="{3C549233-7E33-47BF-AEF1-C0427DE61477}"/>
              </a:ext>
            </a:extLst>
          </p:cNvPr>
          <p:cNvSpPr/>
          <p:nvPr/>
        </p:nvSpPr>
        <p:spPr>
          <a:xfrm>
            <a:off x="11123207" y="4541383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Rectangle 28">
            <a:hlinkClick r:id="" action="ppaction://noaction"/>
            <a:extLst>
              <a:ext uri="{FF2B5EF4-FFF2-40B4-BE49-F238E27FC236}">
                <a16:creationId xmlns:a16="http://schemas.microsoft.com/office/drawing/2014/main" id="{BA503043-78E4-4374-996F-C87222864EA7}"/>
              </a:ext>
            </a:extLst>
          </p:cNvPr>
          <p:cNvSpPr/>
          <p:nvPr/>
        </p:nvSpPr>
        <p:spPr>
          <a:xfrm>
            <a:off x="11222860" y="5831842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hlinkClick r:id="" action="ppaction://noaction"/>
            <a:extLst>
              <a:ext uri="{FF2B5EF4-FFF2-40B4-BE49-F238E27FC236}">
                <a16:creationId xmlns:a16="http://schemas.microsoft.com/office/drawing/2014/main" id="{0C2154F5-D500-4BF7-9258-A4053D785C67}"/>
              </a:ext>
            </a:extLst>
          </p:cNvPr>
          <p:cNvSpPr/>
          <p:nvPr/>
        </p:nvSpPr>
        <p:spPr>
          <a:xfrm>
            <a:off x="11244080" y="4490772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>
            <a:hlinkClick r:id="" action="ppaction://noaction"/>
            <a:extLst>
              <a:ext uri="{FF2B5EF4-FFF2-40B4-BE49-F238E27FC236}">
                <a16:creationId xmlns:a16="http://schemas.microsoft.com/office/drawing/2014/main" id="{C2716587-8DF8-4BB2-BA88-9206B5B56BF4}"/>
              </a:ext>
            </a:extLst>
          </p:cNvPr>
          <p:cNvSpPr/>
          <p:nvPr/>
        </p:nvSpPr>
        <p:spPr>
          <a:xfrm>
            <a:off x="11209355" y="5845678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>
            <a:hlinkClick r:id="rId2" action="ppaction://hlinksldjump"/>
            <a:extLst>
              <a:ext uri="{FF2B5EF4-FFF2-40B4-BE49-F238E27FC236}">
                <a16:creationId xmlns:a16="http://schemas.microsoft.com/office/drawing/2014/main" id="{FA4DBCAD-AC89-4E71-B102-6933F1B8FA91}"/>
              </a:ext>
            </a:extLst>
          </p:cNvPr>
          <p:cNvSpPr/>
          <p:nvPr/>
        </p:nvSpPr>
        <p:spPr>
          <a:xfrm>
            <a:off x="11222860" y="442177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Rectangle 46">
            <a:hlinkClick r:id="rId3" action="ppaction://hlinksldjump"/>
            <a:extLst>
              <a:ext uri="{FF2B5EF4-FFF2-40B4-BE49-F238E27FC236}">
                <a16:creationId xmlns:a16="http://schemas.microsoft.com/office/drawing/2014/main" id="{DFDC85F8-C323-4600-8371-E9A13370B4EA}"/>
              </a:ext>
            </a:extLst>
          </p:cNvPr>
          <p:cNvSpPr/>
          <p:nvPr/>
        </p:nvSpPr>
        <p:spPr>
          <a:xfrm>
            <a:off x="11220931" y="1746859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2567C3C-FD46-4EB4-8DDB-8398D88D5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 </a:t>
            </a:r>
            <a:endParaRPr lang="en-GB" dirty="0"/>
          </a:p>
        </p:txBody>
      </p:sp>
      <p:sp>
        <p:nvSpPr>
          <p:cNvPr id="55" name="Striped Right Arrow 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6DBA47AE-6363-4266-B1C2-58C5E391E804}"/>
              </a:ext>
            </a:extLst>
          </p:cNvPr>
          <p:cNvSpPr/>
          <p:nvPr/>
        </p:nvSpPr>
        <p:spPr>
          <a:xfrm rot="16200000">
            <a:off x="80162" y="5783314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sp>
        <p:nvSpPr>
          <p:cNvPr id="56" name="Striped Right Arrow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56723B9-B9FC-4F66-AC4A-ADFF37E71705}"/>
              </a:ext>
            </a:extLst>
          </p:cNvPr>
          <p:cNvSpPr/>
          <p:nvPr/>
        </p:nvSpPr>
        <p:spPr>
          <a:xfrm>
            <a:off x="644918" y="6352996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87CB624-3AED-4984-9B1D-20EF5C3D1953}"/>
              </a:ext>
            </a:extLst>
          </p:cNvPr>
          <p:cNvSpPr txBox="1"/>
          <p:nvPr/>
        </p:nvSpPr>
        <p:spPr>
          <a:xfrm>
            <a:off x="11510615" y="2581021"/>
            <a:ext cx="1153774" cy="1717612"/>
          </a:xfrm>
          <a:prstGeom prst="rect">
            <a:avLst/>
          </a:prstGeom>
          <a:noFill/>
          <a:effectLst>
            <a:outerShdw blurRad="50800" dist="12700" dir="5400000" algn="ctr" rotWithShape="0">
              <a:schemeClr val="accent4">
                <a:lumMod val="20000"/>
                <a:lumOff val="80000"/>
                <a:alpha val="99000"/>
              </a:schemeClr>
            </a:outerShdw>
          </a:effectLst>
        </p:spPr>
        <p:txBody>
          <a:bodyPr vert="vert270" wrap="square" lIns="114108" tIns="57054" rIns="114108" bIns="57054" rtlCol="0">
            <a:spAutoFit/>
          </a:bodyPr>
          <a:lstStyle>
            <a:defPPr>
              <a:defRPr lang="en-US"/>
            </a:defPPr>
            <a:lvl1pPr algn="ctr" rtl="1">
              <a:defRPr sz="2000" b="1">
                <a:ln w="0"/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cs typeface="B Mitra" panose="00000400000000000000" pitchFamily="2" charset="-78"/>
              </a:defRPr>
            </a:lvl1pPr>
          </a:lstStyle>
          <a:p>
            <a:r>
              <a:rPr lang="en-US" dirty="0"/>
              <a:t>Coupling</a:t>
            </a:r>
            <a:endParaRPr lang="ar-OM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B68BC1-AAB1-F679-B565-A65CC59A471E}"/>
              </a:ext>
            </a:extLst>
          </p:cNvPr>
          <p:cNvSpPr txBox="1"/>
          <p:nvPr/>
        </p:nvSpPr>
        <p:spPr>
          <a:xfrm>
            <a:off x="11189247" y="515268"/>
            <a:ext cx="809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01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D3C502-CB9E-9B1E-6410-DA52C7AC59E1}"/>
              </a:ext>
            </a:extLst>
          </p:cNvPr>
          <p:cNvSpPr txBox="1"/>
          <p:nvPr/>
        </p:nvSpPr>
        <p:spPr>
          <a:xfrm>
            <a:off x="11150201" y="1677709"/>
            <a:ext cx="852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02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A89BAD-1ABC-B25B-2BE1-1E2374CD733C}"/>
              </a:ext>
            </a:extLst>
          </p:cNvPr>
          <p:cNvSpPr txBox="1"/>
          <p:nvPr/>
        </p:nvSpPr>
        <p:spPr>
          <a:xfrm>
            <a:off x="11137005" y="4592044"/>
            <a:ext cx="860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04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AEB605-2609-4D96-201C-DDF0EE5DA8E1}"/>
              </a:ext>
            </a:extLst>
          </p:cNvPr>
          <p:cNvSpPr txBox="1"/>
          <p:nvPr/>
        </p:nvSpPr>
        <p:spPr>
          <a:xfrm>
            <a:off x="10398831" y="3252974"/>
            <a:ext cx="852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3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59" name="Title 1">
            <a:extLst>
              <a:ext uri="{FF2B5EF4-FFF2-40B4-BE49-F238E27FC236}">
                <a16:creationId xmlns:a16="http://schemas.microsoft.com/office/drawing/2014/main" id="{D0D9C3C8-7320-8950-2FCF-B5A45CB6B9F6}"/>
              </a:ext>
            </a:extLst>
          </p:cNvPr>
          <p:cNvSpPr txBox="1">
            <a:spLocks/>
          </p:cNvSpPr>
          <p:nvPr/>
        </p:nvSpPr>
        <p:spPr>
          <a:xfrm>
            <a:off x="958460" y="218056"/>
            <a:ext cx="9567441" cy="891252"/>
          </a:xfrm>
          <a:prstGeom prst="rect">
            <a:avLst/>
          </a:prstGeom>
        </p:spPr>
        <p:txBody>
          <a:bodyPr anchor="ctr"/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rgbClr val="0070C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Coupling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B6501EC-978F-2953-4398-C110A7633CC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7564" y="1207775"/>
            <a:ext cx="9567863" cy="5657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ar-SA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معیار تأثیر تغییر یک در مؤلفه بر سایر مؤلفه ها.</a:t>
            </a:r>
            <a:endParaRPr lang="en-US" sz="1800" b="1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312860BE-EED4-4BBD-2A9A-BA008FF12EE8}"/>
              </a:ext>
            </a:extLst>
          </p:cNvPr>
          <p:cNvSpPr txBox="1">
            <a:spLocks/>
          </p:cNvSpPr>
          <p:nvPr/>
        </p:nvSpPr>
        <p:spPr>
          <a:xfrm>
            <a:off x="1680881" y="1818650"/>
            <a:ext cx="8224545" cy="1164619"/>
          </a:xfrm>
          <a:prstGeom prst="rect">
            <a:avLst/>
          </a:prstGeom>
        </p:spPr>
        <p:txBody>
          <a:bodyPr/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03964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3964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3964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003964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00396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lang="ar-SA" sz="1800" b="1" dirty="0"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اصطلاح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Loose coupling </a:t>
            </a:r>
            <a:r>
              <a:rPr lang="fa-IR" sz="1800" b="1" dirty="0"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 </a:t>
            </a:r>
            <a:r>
              <a:rPr lang="ar-SA" sz="1800" b="1" dirty="0"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به طور گسترده استفاده می شود</a:t>
            </a:r>
            <a:r>
              <a:rPr lang="fa-IR" sz="1800" b="1" dirty="0"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Loose coupling</a:t>
            </a:r>
            <a:r>
              <a:rPr lang="fa-IR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ar-SA" sz="1800" b="1" dirty="0">
                <a:solidFill>
                  <a:schemeClr val="tx1"/>
                </a:solidFill>
                <a:effectLst/>
                <a:latin typeface="Nazanin" panose="00000400000000000000" pitchFamily="2" charset="-78"/>
                <a:ea typeface="Calibri" panose="020F0502020204030204" pitchFamily="34" charset="0"/>
                <a:cs typeface="B Nazanin" panose="00000400000000000000" pitchFamily="2" charset="-78"/>
              </a:rPr>
              <a:t>تعداد فرضیاتی را که دو طرف در مورد یکدیگر در هنگام تبادل اطلاعات انجام می دهند کاهش می دهد. </a:t>
            </a:r>
            <a:endParaRPr lang="en-US" sz="1800" b="1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sz="1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72CEFF16-6209-9E35-0B24-6188388CCCDE}"/>
              </a:ext>
            </a:extLst>
          </p:cNvPr>
          <p:cNvSpPr txBox="1">
            <a:spLocks/>
          </p:cNvSpPr>
          <p:nvPr/>
        </p:nvSpPr>
        <p:spPr>
          <a:xfrm>
            <a:off x="1680882" y="3142252"/>
            <a:ext cx="8195837" cy="3003757"/>
          </a:xfrm>
          <a:prstGeom prst="rect">
            <a:avLst/>
          </a:prstGeom>
        </p:spPr>
        <p:txBody>
          <a:bodyPr/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03964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3964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3964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003964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00396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lang="ar-SA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آیا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Loose coupling</a:t>
            </a:r>
            <a:r>
              <a:rPr lang="ar-SA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 همیشه خوب است؟</a:t>
            </a:r>
            <a:endParaRPr lang="fa-IR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Nazanin" panose="00000400000000000000" pitchFamily="2" charset="-78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Loose coupling</a:t>
            </a:r>
            <a:r>
              <a:rPr lang="en-US" sz="1800" b="1" dirty="0">
                <a:solidFill>
                  <a:schemeClr val="tx1"/>
                </a:solidFill>
                <a:effectLst/>
                <a:latin typeface="Nazanin" panose="00000400000000000000" pitchFamily="2" charset="-78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1800" b="1" dirty="0">
                <a:solidFill>
                  <a:schemeClr val="tx1"/>
                </a:solidFill>
                <a:effectLst/>
                <a:latin typeface="Nazanin" panose="00000400000000000000" pitchFamily="2" charset="-78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ar-SA" sz="1800" b="1" dirty="0">
                <a:solidFill>
                  <a:schemeClr val="tx1"/>
                </a:solidFill>
                <a:effectLst/>
                <a:latin typeface="Nazanin" panose="00000400000000000000" pitchFamily="2" charset="-78"/>
                <a:ea typeface="Calibri" panose="020F0502020204030204" pitchFamily="34" charset="0"/>
                <a:cs typeface="B Nazanin" panose="00000400000000000000" pitchFamily="2" charset="-78"/>
              </a:rPr>
              <a:t>به مولفه­ها اجازه می‌دهد مستقل از یکدیگر تغییر کنند</a:t>
            </a:r>
            <a:r>
              <a:rPr lang="ar-SA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en-US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tight coupling</a:t>
            </a:r>
            <a:r>
              <a:rPr lang="fa-IR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ar-SA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به اجزا اجازه می دهد ارزش بیشتری را از یکدیگر استخراج کنند. </a:t>
            </a:r>
            <a:endParaRPr lang="en-US" sz="1800" b="1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ar-SA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 </a:t>
            </a:r>
            <a:r>
              <a:rPr lang="fa-IR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در </a:t>
            </a:r>
            <a:r>
              <a:rPr lang="en-US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loose coupling</a:t>
            </a:r>
            <a:r>
              <a:rPr lang="fa-IR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 چیزی را اشتراک گذاری نمی کنند. به همین دلیل به میکروسرویس ها </a:t>
            </a:r>
            <a:r>
              <a:rPr lang="en-US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shared nothing</a:t>
            </a:r>
            <a:r>
              <a:rPr lang="fa-IR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 گفته می شود.</a:t>
            </a:r>
            <a:endParaRPr lang="en-US" sz="1800" b="1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Nazanin" panose="00000400000000000000" pitchFamily="2" charset="-78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ar-SA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به اشتراک گذاشتن همیشه </a:t>
            </a:r>
            <a:r>
              <a:rPr lang="en-US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coupling</a:t>
            </a:r>
            <a:r>
              <a:rPr lang="fa-IR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ar-SA" sz="1800" b="1" dirty="0">
                <a:solidFill>
                  <a:schemeClr val="tx1"/>
                </a:solidFill>
                <a:effectLst/>
                <a:latin typeface="Nazanin" panose="00000400000000000000" pitchFamily="2" charset="-78"/>
                <a:ea typeface="Calibri" panose="020F0502020204030204" pitchFamily="34" charset="0"/>
                <a:cs typeface="B Nazanin" panose="00000400000000000000" pitchFamily="2" charset="-78"/>
              </a:rPr>
              <a:t>را در مورد هر چیزی که تصمیم داریم به اشتراک بگذاریم افزایش می دهد.</a:t>
            </a:r>
            <a:endParaRPr lang="en-US" sz="1800" b="1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fa-IR" sz="1800" b="1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Nazanin" panose="00000400000000000000" pitchFamily="2" charset="-78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sz="1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70504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D2013E-8B66-4DAC-B5BC-6F8B3065F7CB}"/>
              </a:ext>
            </a:extLst>
          </p:cNvPr>
          <p:cNvSpPr/>
          <p:nvPr/>
        </p:nvSpPr>
        <p:spPr>
          <a:xfrm>
            <a:off x="10949651" y="0"/>
            <a:ext cx="12423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Oval 5">
            <a:extLst>
              <a:ext uri="{FF2B5EF4-FFF2-40B4-BE49-F238E27FC236}">
                <a16:creationId xmlns:a16="http://schemas.microsoft.com/office/drawing/2014/main" id="{F129CDBD-19EB-44B5-8F68-3F50E4198D01}"/>
              </a:ext>
            </a:extLst>
          </p:cNvPr>
          <p:cNvSpPr/>
          <p:nvPr/>
        </p:nvSpPr>
        <p:spPr>
          <a:xfrm>
            <a:off x="10377816" y="2862802"/>
            <a:ext cx="1074211" cy="1164619"/>
          </a:xfrm>
          <a:custGeom>
            <a:avLst/>
            <a:gdLst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1066534"/>
              <a:gd name="connsiteX1" fmla="*/ 450000 w 900000"/>
              <a:gd name="connsiteY1" fmla="*/ 70413 h 1066534"/>
              <a:gd name="connsiteX2" fmla="*/ 900000 w 900000"/>
              <a:gd name="connsiteY2" fmla="*/ 520413 h 1066534"/>
              <a:gd name="connsiteX3" fmla="*/ 450000 w 900000"/>
              <a:gd name="connsiteY3" fmla="*/ 970413 h 1066534"/>
              <a:gd name="connsiteX4" fmla="*/ 0 w 900000"/>
              <a:gd name="connsiteY4" fmla="*/ 520413 h 1066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000" h="1066534">
                <a:moveTo>
                  <a:pt x="0" y="520413"/>
                </a:moveTo>
                <a:cubicBezTo>
                  <a:pt x="0" y="370413"/>
                  <a:pt x="513988" y="313481"/>
                  <a:pt x="450000" y="70413"/>
                </a:cubicBezTo>
                <a:cubicBezTo>
                  <a:pt x="386012" y="-172655"/>
                  <a:pt x="900000" y="271885"/>
                  <a:pt x="900000" y="520413"/>
                </a:cubicBezTo>
                <a:cubicBezTo>
                  <a:pt x="900000" y="768941"/>
                  <a:pt x="559631" y="635795"/>
                  <a:pt x="450000" y="970413"/>
                </a:cubicBezTo>
                <a:cubicBezTo>
                  <a:pt x="340369" y="1305031"/>
                  <a:pt x="0" y="670413"/>
                  <a:pt x="0" y="520413"/>
                </a:cubicBezTo>
                <a:close/>
              </a:path>
            </a:pathLst>
          </a:custGeom>
          <a:ln w="825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hlinkClick r:id="" action="ppaction://noaction"/>
            <a:extLst>
              <a:ext uri="{FF2B5EF4-FFF2-40B4-BE49-F238E27FC236}">
                <a16:creationId xmlns:a16="http://schemas.microsoft.com/office/drawing/2014/main" id="{3C549233-7E33-47BF-AEF1-C0427DE61477}"/>
              </a:ext>
            </a:extLst>
          </p:cNvPr>
          <p:cNvSpPr/>
          <p:nvPr/>
        </p:nvSpPr>
        <p:spPr>
          <a:xfrm>
            <a:off x="11123207" y="4541383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Rectangle 28">
            <a:hlinkClick r:id="" action="ppaction://noaction"/>
            <a:extLst>
              <a:ext uri="{FF2B5EF4-FFF2-40B4-BE49-F238E27FC236}">
                <a16:creationId xmlns:a16="http://schemas.microsoft.com/office/drawing/2014/main" id="{BA503043-78E4-4374-996F-C87222864EA7}"/>
              </a:ext>
            </a:extLst>
          </p:cNvPr>
          <p:cNvSpPr/>
          <p:nvPr/>
        </p:nvSpPr>
        <p:spPr>
          <a:xfrm>
            <a:off x="11222860" y="5831842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hlinkClick r:id="" action="ppaction://noaction"/>
            <a:extLst>
              <a:ext uri="{FF2B5EF4-FFF2-40B4-BE49-F238E27FC236}">
                <a16:creationId xmlns:a16="http://schemas.microsoft.com/office/drawing/2014/main" id="{0C2154F5-D500-4BF7-9258-A4053D785C67}"/>
              </a:ext>
            </a:extLst>
          </p:cNvPr>
          <p:cNvSpPr/>
          <p:nvPr/>
        </p:nvSpPr>
        <p:spPr>
          <a:xfrm>
            <a:off x="11244080" y="4490772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>
            <a:hlinkClick r:id="" action="ppaction://noaction"/>
            <a:extLst>
              <a:ext uri="{FF2B5EF4-FFF2-40B4-BE49-F238E27FC236}">
                <a16:creationId xmlns:a16="http://schemas.microsoft.com/office/drawing/2014/main" id="{C2716587-8DF8-4BB2-BA88-9206B5B56BF4}"/>
              </a:ext>
            </a:extLst>
          </p:cNvPr>
          <p:cNvSpPr/>
          <p:nvPr/>
        </p:nvSpPr>
        <p:spPr>
          <a:xfrm>
            <a:off x="11209355" y="5845678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>
            <a:hlinkClick r:id="rId2" action="ppaction://hlinksldjump"/>
            <a:extLst>
              <a:ext uri="{FF2B5EF4-FFF2-40B4-BE49-F238E27FC236}">
                <a16:creationId xmlns:a16="http://schemas.microsoft.com/office/drawing/2014/main" id="{FA4DBCAD-AC89-4E71-B102-6933F1B8FA91}"/>
              </a:ext>
            </a:extLst>
          </p:cNvPr>
          <p:cNvSpPr/>
          <p:nvPr/>
        </p:nvSpPr>
        <p:spPr>
          <a:xfrm>
            <a:off x="11222860" y="442177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Rectangle 46">
            <a:hlinkClick r:id="rId3" action="ppaction://hlinksldjump"/>
            <a:extLst>
              <a:ext uri="{FF2B5EF4-FFF2-40B4-BE49-F238E27FC236}">
                <a16:creationId xmlns:a16="http://schemas.microsoft.com/office/drawing/2014/main" id="{DFDC85F8-C323-4600-8371-E9A13370B4EA}"/>
              </a:ext>
            </a:extLst>
          </p:cNvPr>
          <p:cNvSpPr/>
          <p:nvPr/>
        </p:nvSpPr>
        <p:spPr>
          <a:xfrm>
            <a:off x="11220931" y="1746859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2567C3C-FD46-4EB4-8DDB-8398D88D5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 </a:t>
            </a:r>
            <a:endParaRPr lang="en-GB" dirty="0"/>
          </a:p>
        </p:txBody>
      </p:sp>
      <p:sp>
        <p:nvSpPr>
          <p:cNvPr id="55" name="Striped Right Arrow 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6DBA47AE-6363-4266-B1C2-58C5E391E804}"/>
              </a:ext>
            </a:extLst>
          </p:cNvPr>
          <p:cNvSpPr/>
          <p:nvPr/>
        </p:nvSpPr>
        <p:spPr>
          <a:xfrm rot="16200000">
            <a:off x="80162" y="5783314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sp>
        <p:nvSpPr>
          <p:cNvPr id="56" name="Striped Right Arrow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56723B9-B9FC-4F66-AC4A-ADFF37E71705}"/>
              </a:ext>
            </a:extLst>
          </p:cNvPr>
          <p:cNvSpPr/>
          <p:nvPr/>
        </p:nvSpPr>
        <p:spPr>
          <a:xfrm>
            <a:off x="644918" y="6352996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87CB624-3AED-4984-9B1D-20EF5C3D1953}"/>
              </a:ext>
            </a:extLst>
          </p:cNvPr>
          <p:cNvSpPr txBox="1"/>
          <p:nvPr/>
        </p:nvSpPr>
        <p:spPr>
          <a:xfrm>
            <a:off x="11510615" y="2581021"/>
            <a:ext cx="1153774" cy="1717612"/>
          </a:xfrm>
          <a:prstGeom prst="rect">
            <a:avLst/>
          </a:prstGeom>
          <a:noFill/>
          <a:effectLst>
            <a:outerShdw blurRad="50800" dist="12700" dir="5400000" algn="ctr" rotWithShape="0">
              <a:schemeClr val="accent4">
                <a:lumMod val="20000"/>
                <a:lumOff val="80000"/>
                <a:alpha val="99000"/>
              </a:schemeClr>
            </a:outerShdw>
          </a:effectLst>
        </p:spPr>
        <p:txBody>
          <a:bodyPr vert="vert270" wrap="square" lIns="114108" tIns="57054" rIns="114108" bIns="57054" rtlCol="0">
            <a:spAutoFit/>
          </a:bodyPr>
          <a:lstStyle>
            <a:defPPr>
              <a:defRPr lang="en-US"/>
            </a:defPPr>
            <a:lvl1pPr algn="ctr" rtl="1">
              <a:defRPr sz="2000" b="1">
                <a:ln w="0"/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cs typeface="B Mitra" panose="00000400000000000000" pitchFamily="2" charset="-78"/>
              </a:defRPr>
            </a:lvl1pPr>
          </a:lstStyle>
          <a:p>
            <a:r>
              <a:rPr lang="en-US" dirty="0"/>
              <a:t>Coupling</a:t>
            </a:r>
            <a:endParaRPr lang="ar-OM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B68BC1-AAB1-F679-B565-A65CC59A471E}"/>
              </a:ext>
            </a:extLst>
          </p:cNvPr>
          <p:cNvSpPr txBox="1"/>
          <p:nvPr/>
        </p:nvSpPr>
        <p:spPr>
          <a:xfrm>
            <a:off x="11189247" y="515268"/>
            <a:ext cx="809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01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D3C502-CB9E-9B1E-6410-DA52C7AC59E1}"/>
              </a:ext>
            </a:extLst>
          </p:cNvPr>
          <p:cNvSpPr txBox="1"/>
          <p:nvPr/>
        </p:nvSpPr>
        <p:spPr>
          <a:xfrm>
            <a:off x="11150201" y="1677709"/>
            <a:ext cx="852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02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A89BAD-1ABC-B25B-2BE1-1E2374CD733C}"/>
              </a:ext>
            </a:extLst>
          </p:cNvPr>
          <p:cNvSpPr txBox="1"/>
          <p:nvPr/>
        </p:nvSpPr>
        <p:spPr>
          <a:xfrm>
            <a:off x="11137005" y="4592044"/>
            <a:ext cx="860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04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AEB605-2609-4D96-201C-DDF0EE5DA8E1}"/>
              </a:ext>
            </a:extLst>
          </p:cNvPr>
          <p:cNvSpPr txBox="1"/>
          <p:nvPr/>
        </p:nvSpPr>
        <p:spPr>
          <a:xfrm>
            <a:off x="10398831" y="3252974"/>
            <a:ext cx="852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3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59" name="Title 1">
            <a:extLst>
              <a:ext uri="{FF2B5EF4-FFF2-40B4-BE49-F238E27FC236}">
                <a16:creationId xmlns:a16="http://schemas.microsoft.com/office/drawing/2014/main" id="{D0D9C3C8-7320-8950-2FCF-B5A45CB6B9F6}"/>
              </a:ext>
            </a:extLst>
          </p:cNvPr>
          <p:cNvSpPr txBox="1">
            <a:spLocks/>
          </p:cNvSpPr>
          <p:nvPr/>
        </p:nvSpPr>
        <p:spPr>
          <a:xfrm>
            <a:off x="958460" y="218056"/>
            <a:ext cx="9567441" cy="891252"/>
          </a:xfrm>
          <a:prstGeom prst="rect">
            <a:avLst/>
          </a:prstGeom>
        </p:spPr>
        <p:txBody>
          <a:bodyPr anchor="ctr"/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rgbClr val="0070C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Coupling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312860BE-EED4-4BBD-2A9A-BA008FF12EE8}"/>
              </a:ext>
            </a:extLst>
          </p:cNvPr>
          <p:cNvSpPr txBox="1">
            <a:spLocks/>
          </p:cNvSpPr>
          <p:nvPr/>
        </p:nvSpPr>
        <p:spPr>
          <a:xfrm>
            <a:off x="392879" y="1530668"/>
            <a:ext cx="9567863" cy="1722306"/>
          </a:xfrm>
          <a:prstGeom prst="rect">
            <a:avLst/>
          </a:prstGeom>
        </p:spPr>
        <p:txBody>
          <a:bodyPr/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03964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3964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3964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003964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00396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coupling </a:t>
            </a:r>
            <a:r>
              <a:rPr lang="fa-IR" sz="1800" b="1" dirty="0"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 </a:t>
            </a:r>
            <a:r>
              <a:rPr lang="ar-SA" sz="1800" b="1" dirty="0"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یک </a:t>
            </a:r>
            <a:r>
              <a:rPr lang="fa-IR" sz="1800" b="1" dirty="0"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مؤلفه</a:t>
            </a:r>
            <a:r>
              <a:rPr lang="ar-SA" sz="1800" b="1" dirty="0"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 تنها در واقع تابعی از سه عامل </a:t>
            </a:r>
            <a:r>
              <a:rPr lang="fa-IR" sz="1800" b="1" dirty="0"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+ </a:t>
            </a:r>
            <a:r>
              <a:rPr lang="ar-SA" sz="1800" b="1" dirty="0"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یک ضمیمه است</a:t>
            </a:r>
            <a:r>
              <a:rPr lang="fa-IR" sz="1800" b="1" dirty="0"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:</a:t>
            </a:r>
          </a:p>
          <a:p>
            <a:pPr marL="400050" indent="-400050">
              <a:buFont typeface="+mj-lt"/>
              <a:buAutoNum type="romanUcPeriod"/>
            </a:pPr>
            <a:r>
              <a:rPr lang="fa-IR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سطح رابط یا </a:t>
            </a:r>
            <a:r>
              <a:rPr lang="en-US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Interface surface area</a:t>
            </a:r>
            <a:r>
              <a:rPr lang="fa-IR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ar-SA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(عملکرد ارائه شده، وسعت و مقدار داده در معرض دید)</a:t>
            </a:r>
            <a:endParaRPr lang="fa-IR" sz="1800" b="1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Nazanin" panose="00000400000000000000" pitchFamily="2" charset="-78"/>
            </a:endParaRPr>
          </a:p>
          <a:p>
            <a:pPr marL="400050" indent="-400050">
              <a:buFont typeface="+mj-lt"/>
              <a:buAutoNum type="romanUcPeriod"/>
            </a:pPr>
            <a:r>
              <a:rPr lang="fa-IR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تعداد کاربران</a:t>
            </a:r>
          </a:p>
          <a:p>
            <a:pPr marL="400050" indent="-400050">
              <a:buFont typeface="+mj-lt"/>
              <a:buAutoNum type="romanUcPeriod"/>
            </a:pPr>
            <a:r>
              <a:rPr lang="fa-IR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ثبات عملیاتی و کارایی(</a:t>
            </a:r>
            <a:r>
              <a:rPr lang="en-US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Performance</a:t>
            </a:r>
            <a:r>
              <a:rPr lang="fa-IR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)</a:t>
            </a:r>
            <a:endParaRPr lang="en-US" sz="1800" b="1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Nazanin" panose="00000400000000000000" pitchFamily="2" charset="-78"/>
            </a:endParaRPr>
          </a:p>
          <a:p>
            <a:pPr marL="0" indent="0">
              <a:buNone/>
            </a:pPr>
            <a:r>
              <a:rPr lang="fa-IR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ضمیمه: فرکانس تغییر</a:t>
            </a:r>
            <a:endParaRPr lang="en-US" sz="1800" b="1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pPr marL="400050" indent="-400050">
              <a:buFont typeface="+mj-lt"/>
              <a:buAutoNum type="romanUcPeriod"/>
            </a:pPr>
            <a:endParaRPr lang="fa-IR" sz="1800" b="1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pPr marL="400050" indent="-400050">
              <a:buFont typeface="+mj-lt"/>
              <a:buAutoNum type="romanUcPeriod"/>
            </a:pPr>
            <a:endParaRPr lang="en-US" sz="1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231335F-880B-209F-827F-FD584DAD19B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86071" y="3990266"/>
            <a:ext cx="9567863" cy="1575904"/>
          </a:xfrm>
        </p:spPr>
        <p:txBody>
          <a:bodyPr/>
          <a:lstStyle/>
          <a:p>
            <a:pPr marL="0" indent="0">
              <a:buNone/>
            </a:pPr>
            <a:r>
              <a:rPr lang="fa-IR" dirty="0"/>
              <a:t> </a:t>
            </a:r>
            <a:endParaRPr lang="en-US" dirty="0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4C199CB2-0C24-0542-1185-D230698C40F4}"/>
              </a:ext>
            </a:extLst>
          </p:cNvPr>
          <p:cNvSpPr txBox="1">
            <a:spLocks/>
          </p:cNvSpPr>
          <p:nvPr/>
        </p:nvSpPr>
        <p:spPr>
          <a:xfrm>
            <a:off x="362909" y="3629619"/>
            <a:ext cx="9567863" cy="1722306"/>
          </a:xfrm>
          <a:prstGeom prst="rect">
            <a:avLst/>
          </a:prstGeom>
        </p:spPr>
        <p:txBody>
          <a:bodyPr/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03964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3964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3964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003964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00396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Data Coupling </a:t>
            </a:r>
            <a:r>
              <a:rPr lang="fa-IR" sz="1800" b="1" dirty="0"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 اجتناب ناپذیر است.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a-IR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همه تجارت ها با اندازه قابل توجه یک مجموعه داده ی </a:t>
            </a:r>
            <a:r>
              <a:rPr lang="en-US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core</a:t>
            </a:r>
            <a:r>
              <a:rPr lang="fa-IR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دارند که برنامه های بسیاری به آن ها نیاز دارند.</a:t>
            </a:r>
            <a:endParaRPr lang="fa-IR" sz="1800" b="1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Nazanin" panose="00000400000000000000" pitchFamily="2" charset="-78"/>
            </a:endParaRPr>
          </a:p>
          <a:p>
            <a:pPr marL="0" indent="0">
              <a:buNone/>
            </a:pPr>
            <a:endParaRPr lang="fa-IR" sz="1800" b="1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pPr marL="0" indent="0" algn="ctr">
              <a:buNone/>
            </a:pPr>
            <a:r>
              <a:rPr lang="en-US" sz="1800" u="sng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Functional couplings are optional. Core data couplings are essential.</a:t>
            </a:r>
            <a:endParaRPr lang="en-US" sz="18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fa-IR" sz="1800" b="1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pPr marL="400050" indent="-400050">
              <a:buFont typeface="+mj-lt"/>
              <a:buAutoNum type="romanUcPeriod"/>
            </a:pPr>
            <a:endParaRPr lang="en-US" sz="1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50640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5">
            <a:extLst>
              <a:ext uri="{FF2B5EF4-FFF2-40B4-BE49-F238E27FC236}">
                <a16:creationId xmlns:a16="http://schemas.microsoft.com/office/drawing/2014/main" id="{37ECAAD8-9B74-4322-A2D6-0AA41C128BDA}"/>
              </a:ext>
            </a:extLst>
          </p:cNvPr>
          <p:cNvSpPr/>
          <p:nvPr/>
        </p:nvSpPr>
        <p:spPr>
          <a:xfrm>
            <a:off x="8940661" y="2213991"/>
            <a:ext cx="2880000" cy="3240000"/>
          </a:xfrm>
          <a:custGeom>
            <a:avLst/>
            <a:gdLst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1066534"/>
              <a:gd name="connsiteX1" fmla="*/ 450000 w 900000"/>
              <a:gd name="connsiteY1" fmla="*/ 70413 h 1066534"/>
              <a:gd name="connsiteX2" fmla="*/ 900000 w 900000"/>
              <a:gd name="connsiteY2" fmla="*/ 520413 h 1066534"/>
              <a:gd name="connsiteX3" fmla="*/ 450000 w 900000"/>
              <a:gd name="connsiteY3" fmla="*/ 970413 h 1066534"/>
              <a:gd name="connsiteX4" fmla="*/ 0 w 900000"/>
              <a:gd name="connsiteY4" fmla="*/ 520413 h 1066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000" h="1066534">
                <a:moveTo>
                  <a:pt x="0" y="520413"/>
                </a:moveTo>
                <a:cubicBezTo>
                  <a:pt x="0" y="370413"/>
                  <a:pt x="513988" y="313481"/>
                  <a:pt x="450000" y="70413"/>
                </a:cubicBezTo>
                <a:cubicBezTo>
                  <a:pt x="386012" y="-172655"/>
                  <a:pt x="900000" y="271885"/>
                  <a:pt x="900000" y="520413"/>
                </a:cubicBezTo>
                <a:cubicBezTo>
                  <a:pt x="900000" y="768941"/>
                  <a:pt x="559631" y="635795"/>
                  <a:pt x="450000" y="970413"/>
                </a:cubicBezTo>
                <a:cubicBezTo>
                  <a:pt x="340369" y="1305031"/>
                  <a:pt x="0" y="670413"/>
                  <a:pt x="0" y="520413"/>
                </a:cubicBezTo>
                <a:close/>
              </a:path>
            </a:pathLst>
          </a:custGeom>
          <a:ln w="825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CF94A50-C641-4256-9258-EB7BAC77708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fa-IR" dirty="0"/>
              <a:t>استفاده از رویدادها برای </a:t>
            </a:r>
            <a:r>
              <a:rPr lang="en-US" b="1" dirty="0"/>
              <a:t>Notification</a:t>
            </a:r>
            <a:r>
              <a:rPr lang="fa-IR" dirty="0"/>
              <a:t> </a:t>
            </a:r>
            <a:endParaRPr lang="ar-OM" b="1" dirty="0"/>
          </a:p>
        </p:txBody>
      </p:sp>
      <p:sp>
        <p:nvSpPr>
          <p:cNvPr id="14" name="Google Shape;4326;p55">
            <a:hlinkClick r:id="rId2" action="ppaction://hlinksldjump"/>
            <a:extLst>
              <a:ext uri="{FF2B5EF4-FFF2-40B4-BE49-F238E27FC236}">
                <a16:creationId xmlns:a16="http://schemas.microsoft.com/office/drawing/2014/main" id="{4FB3B383-4269-4B80-9FEE-4BD9C7DF4481}"/>
              </a:ext>
            </a:extLst>
          </p:cNvPr>
          <p:cNvSpPr/>
          <p:nvPr/>
        </p:nvSpPr>
        <p:spPr>
          <a:xfrm>
            <a:off x="11196893" y="6387218"/>
            <a:ext cx="482052" cy="421088"/>
          </a:xfrm>
          <a:custGeom>
            <a:avLst/>
            <a:gdLst/>
            <a:ahLst/>
            <a:cxnLst/>
            <a:rect l="l" t="t" r="r" b="b"/>
            <a:pathLst>
              <a:path w="11217" h="10342" extrusionOk="0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rgbClr val="003964"/>
          </a:solidFill>
          <a:ln>
            <a:solidFill>
              <a:srgbClr val="003964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Arrow: Chevron 1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FE6680A-2029-49D0-B29E-968D8F3AA60C}"/>
              </a:ext>
            </a:extLst>
          </p:cNvPr>
          <p:cNvSpPr/>
          <p:nvPr/>
        </p:nvSpPr>
        <p:spPr>
          <a:xfrm>
            <a:off x="11776075" y="6457950"/>
            <a:ext cx="292100" cy="350356"/>
          </a:xfrm>
          <a:prstGeom prst="chevron">
            <a:avLst/>
          </a:prstGeom>
          <a:solidFill>
            <a:srgbClr val="3494B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6" name="Arrow: Chevron 1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6C73416F-E029-49D2-AD9A-77EF88151A67}"/>
              </a:ext>
            </a:extLst>
          </p:cNvPr>
          <p:cNvSpPr/>
          <p:nvPr/>
        </p:nvSpPr>
        <p:spPr>
          <a:xfrm flipH="1">
            <a:off x="10807663" y="6457950"/>
            <a:ext cx="292100" cy="350356"/>
          </a:xfrm>
          <a:prstGeom prst="chevron">
            <a:avLst/>
          </a:prstGeom>
          <a:solidFill>
            <a:srgbClr val="3494B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54BCFF-2F58-71A4-9DB3-30CB799CAFDF}"/>
              </a:ext>
            </a:extLst>
          </p:cNvPr>
          <p:cNvSpPr txBox="1"/>
          <p:nvPr/>
        </p:nvSpPr>
        <p:spPr>
          <a:xfrm>
            <a:off x="9585489" y="3485219"/>
            <a:ext cx="11701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4000" dirty="0">
                <a:solidFill>
                  <a:schemeClr val="bg1"/>
                </a:solidFill>
                <a:cs typeface="2  Yekan" panose="00000400000000000000" pitchFamily="2" charset="-78"/>
              </a:rPr>
              <a:t>4</a:t>
            </a:r>
            <a:endParaRPr lang="en-US" sz="40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52661C0-BF93-EDE3-BA09-B6E9A127F6A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5649242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855BCF-CC76-4204-8936-2710FFD3FBAF}"/>
              </a:ext>
            </a:extLst>
          </p:cNvPr>
          <p:cNvSpPr/>
          <p:nvPr/>
        </p:nvSpPr>
        <p:spPr>
          <a:xfrm>
            <a:off x="10949651" y="0"/>
            <a:ext cx="12423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Oval 5">
            <a:hlinkClick r:id="" action="ppaction://noaction"/>
            <a:extLst>
              <a:ext uri="{FF2B5EF4-FFF2-40B4-BE49-F238E27FC236}">
                <a16:creationId xmlns:a16="http://schemas.microsoft.com/office/drawing/2014/main" id="{6A25E40A-595C-40B1-82E3-0B85ED25FD8C}"/>
              </a:ext>
            </a:extLst>
          </p:cNvPr>
          <p:cNvSpPr/>
          <p:nvPr/>
        </p:nvSpPr>
        <p:spPr>
          <a:xfrm>
            <a:off x="10377815" y="4207394"/>
            <a:ext cx="1074211" cy="1164619"/>
          </a:xfrm>
          <a:custGeom>
            <a:avLst/>
            <a:gdLst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1066534"/>
              <a:gd name="connsiteX1" fmla="*/ 450000 w 900000"/>
              <a:gd name="connsiteY1" fmla="*/ 70413 h 1066534"/>
              <a:gd name="connsiteX2" fmla="*/ 900000 w 900000"/>
              <a:gd name="connsiteY2" fmla="*/ 520413 h 1066534"/>
              <a:gd name="connsiteX3" fmla="*/ 450000 w 900000"/>
              <a:gd name="connsiteY3" fmla="*/ 970413 h 1066534"/>
              <a:gd name="connsiteX4" fmla="*/ 0 w 900000"/>
              <a:gd name="connsiteY4" fmla="*/ 520413 h 1066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000" h="1066534">
                <a:moveTo>
                  <a:pt x="0" y="520413"/>
                </a:moveTo>
                <a:cubicBezTo>
                  <a:pt x="0" y="370413"/>
                  <a:pt x="513988" y="313481"/>
                  <a:pt x="450000" y="70413"/>
                </a:cubicBezTo>
                <a:cubicBezTo>
                  <a:pt x="386012" y="-172655"/>
                  <a:pt x="900000" y="271885"/>
                  <a:pt x="900000" y="520413"/>
                </a:cubicBezTo>
                <a:cubicBezTo>
                  <a:pt x="900000" y="768941"/>
                  <a:pt x="559631" y="635795"/>
                  <a:pt x="450000" y="970413"/>
                </a:cubicBezTo>
                <a:cubicBezTo>
                  <a:pt x="340369" y="1305031"/>
                  <a:pt x="0" y="670413"/>
                  <a:pt x="0" y="520413"/>
                </a:cubicBezTo>
                <a:close/>
              </a:path>
            </a:pathLst>
          </a:custGeom>
          <a:ln w="825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hlinkClick r:id="" action="ppaction://noaction"/>
            <a:extLst>
              <a:ext uri="{FF2B5EF4-FFF2-40B4-BE49-F238E27FC236}">
                <a16:creationId xmlns:a16="http://schemas.microsoft.com/office/drawing/2014/main" id="{C42F4AEA-9FF9-4BCF-8A5A-58C505BA4A1E}"/>
              </a:ext>
            </a:extLst>
          </p:cNvPr>
          <p:cNvSpPr/>
          <p:nvPr/>
        </p:nvSpPr>
        <p:spPr>
          <a:xfrm>
            <a:off x="11222860" y="5831842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>
            <a:hlinkClick r:id="rId2" action="ppaction://hlinksldjump"/>
            <a:extLst>
              <a:ext uri="{FF2B5EF4-FFF2-40B4-BE49-F238E27FC236}">
                <a16:creationId xmlns:a16="http://schemas.microsoft.com/office/drawing/2014/main" id="{858FDA9C-58BC-4E99-85D7-F9BCFC6D274B}"/>
              </a:ext>
            </a:extLst>
          </p:cNvPr>
          <p:cNvSpPr/>
          <p:nvPr/>
        </p:nvSpPr>
        <p:spPr>
          <a:xfrm>
            <a:off x="11222860" y="442177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>
            <a:hlinkClick r:id="rId2" action="ppaction://hlinksldjump"/>
            <a:extLst>
              <a:ext uri="{FF2B5EF4-FFF2-40B4-BE49-F238E27FC236}">
                <a16:creationId xmlns:a16="http://schemas.microsoft.com/office/drawing/2014/main" id="{A4DB350B-1406-454F-ADBE-FA2D83F9F04C}"/>
              </a:ext>
            </a:extLst>
          </p:cNvPr>
          <p:cNvSpPr/>
          <p:nvPr/>
        </p:nvSpPr>
        <p:spPr>
          <a:xfrm>
            <a:off x="11244080" y="451822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>
            <a:hlinkClick r:id="rId3" action="ppaction://hlinksldjump"/>
            <a:extLst>
              <a:ext uri="{FF2B5EF4-FFF2-40B4-BE49-F238E27FC236}">
                <a16:creationId xmlns:a16="http://schemas.microsoft.com/office/drawing/2014/main" id="{83EBE551-A077-4E43-8DD9-F635C1D335E1}"/>
              </a:ext>
            </a:extLst>
          </p:cNvPr>
          <p:cNvSpPr/>
          <p:nvPr/>
        </p:nvSpPr>
        <p:spPr>
          <a:xfrm>
            <a:off x="11220931" y="1746859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Rectangle 44">
            <a:hlinkClick r:id="" action="ppaction://noaction"/>
            <a:extLst>
              <a:ext uri="{FF2B5EF4-FFF2-40B4-BE49-F238E27FC236}">
                <a16:creationId xmlns:a16="http://schemas.microsoft.com/office/drawing/2014/main" id="{430A5EAF-E1AF-4815-B3DE-D3C94C552BFA}"/>
              </a:ext>
            </a:extLst>
          </p:cNvPr>
          <p:cNvSpPr/>
          <p:nvPr/>
        </p:nvSpPr>
        <p:spPr>
          <a:xfrm>
            <a:off x="11209665" y="3151750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Striped Right Arrow 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B0EC7491-5F96-4243-ACAA-C9D2BFAA6ADB}"/>
              </a:ext>
            </a:extLst>
          </p:cNvPr>
          <p:cNvSpPr/>
          <p:nvPr/>
        </p:nvSpPr>
        <p:spPr>
          <a:xfrm rot="16200000">
            <a:off x="80162" y="5783314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sp>
        <p:nvSpPr>
          <p:cNvPr id="59" name="Striped Right Arrow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0876E44-8E66-4C96-A76A-2961E663740E}"/>
              </a:ext>
            </a:extLst>
          </p:cNvPr>
          <p:cNvSpPr/>
          <p:nvPr/>
        </p:nvSpPr>
        <p:spPr>
          <a:xfrm>
            <a:off x="644918" y="6352996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sp>
        <p:nvSpPr>
          <p:cNvPr id="60" name="Content Placeholder 14">
            <a:extLst>
              <a:ext uri="{FF2B5EF4-FFF2-40B4-BE49-F238E27FC236}">
                <a16:creationId xmlns:a16="http://schemas.microsoft.com/office/drawing/2014/main" id="{B5C4A95F-0AF4-4569-9768-19BBFD104E58}"/>
              </a:ext>
            </a:extLst>
          </p:cNvPr>
          <p:cNvSpPr txBox="1">
            <a:spLocks/>
          </p:cNvSpPr>
          <p:nvPr/>
        </p:nvSpPr>
        <p:spPr>
          <a:xfrm>
            <a:off x="11480952" y="3686420"/>
            <a:ext cx="507444" cy="2220549"/>
          </a:xfrm>
          <a:prstGeom prst="rect">
            <a:avLst/>
          </a:prstGeom>
          <a:noFill/>
          <a:effectLst>
            <a:outerShdw blurRad="50800" dist="12700" dir="5400000" algn="ctr" rotWithShape="0">
              <a:schemeClr val="accent4">
                <a:lumMod val="20000"/>
                <a:lumOff val="80000"/>
                <a:alpha val="99000"/>
              </a:schemeClr>
            </a:outerShdw>
          </a:effectLst>
        </p:spPr>
        <p:txBody>
          <a:bodyPr vert="vert270" wrap="square" lIns="114108" tIns="57054" rIns="114108" bIns="57054" rtlCol="0">
            <a:spAutoFit/>
          </a:bodyPr>
          <a:lstStyle>
            <a:defPPr>
              <a:defRPr lang="en-US"/>
            </a:defPPr>
            <a:lvl1pPr algn="ctr" rtl="1">
              <a:defRPr sz="2000" b="1">
                <a:ln w="0"/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cs typeface="B Mitra" panose="00000400000000000000" pitchFamily="2" charset="-78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6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4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2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2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Notification</a:t>
            </a:r>
            <a:endParaRPr lang="ar-OM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973D3F-15A7-6CCA-9340-BECB3888B49C}"/>
              </a:ext>
            </a:extLst>
          </p:cNvPr>
          <p:cNvSpPr txBox="1"/>
          <p:nvPr/>
        </p:nvSpPr>
        <p:spPr>
          <a:xfrm>
            <a:off x="11189247" y="515268"/>
            <a:ext cx="809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01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D30D71-B12E-AA29-2788-2AF52664106B}"/>
              </a:ext>
            </a:extLst>
          </p:cNvPr>
          <p:cNvSpPr txBox="1"/>
          <p:nvPr/>
        </p:nvSpPr>
        <p:spPr>
          <a:xfrm>
            <a:off x="11150201" y="1677709"/>
            <a:ext cx="852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02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9B2087-958D-383A-707D-DF5CDC94370A}"/>
              </a:ext>
            </a:extLst>
          </p:cNvPr>
          <p:cNvSpPr txBox="1"/>
          <p:nvPr/>
        </p:nvSpPr>
        <p:spPr>
          <a:xfrm>
            <a:off x="11150201" y="2880845"/>
            <a:ext cx="860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03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8742F6-0B2F-3249-0F85-10424CC1B067}"/>
              </a:ext>
            </a:extLst>
          </p:cNvPr>
          <p:cNvSpPr txBox="1"/>
          <p:nvPr/>
        </p:nvSpPr>
        <p:spPr>
          <a:xfrm>
            <a:off x="10638862" y="4473528"/>
            <a:ext cx="6033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 4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606BB1F-5C9D-913E-47E2-4E48D61AE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استفاده از رویدادها برای </a:t>
            </a:r>
            <a:r>
              <a:rPr lang="en-US" dirty="0"/>
              <a:t>Notification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FCDE8B7-592F-267C-B9E0-42C32344B4D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0" y="1374546"/>
            <a:ext cx="9983788" cy="891251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fa-IR" sz="1800" b="1" dirty="0"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پیامرسانی کمک می کند تا سرویس های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loosely coupled</a:t>
            </a:r>
            <a:r>
              <a:rPr lang="fa-IR" sz="1800" b="1" dirty="0"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 بسازیم.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a-IR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انتقال داده ها از </a:t>
            </a:r>
            <a:r>
              <a:rPr lang="en-US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source</a:t>
            </a:r>
            <a:r>
              <a:rPr lang="fa-IR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 به </a:t>
            </a:r>
            <a:r>
              <a:rPr lang="en-US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subscribers</a:t>
            </a:r>
            <a:endParaRPr lang="fa-IR" sz="1800" b="1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E81D7F3B-08F3-2EB0-0426-5D4D4C6F7008}"/>
              </a:ext>
            </a:extLst>
          </p:cNvPr>
          <p:cNvSpPr txBox="1">
            <a:spLocks/>
          </p:cNvSpPr>
          <p:nvPr/>
        </p:nvSpPr>
        <p:spPr>
          <a:xfrm>
            <a:off x="442857" y="2567847"/>
            <a:ext cx="9567863" cy="959329"/>
          </a:xfrm>
          <a:prstGeom prst="rect">
            <a:avLst/>
          </a:prstGeom>
        </p:spPr>
        <p:txBody>
          <a:bodyPr/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03964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3964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3964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003964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00396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lang="fa-IR" sz="1800" b="1" dirty="0"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رویکرد های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request-driven</a:t>
            </a:r>
            <a:r>
              <a:rPr lang="fa-IR" sz="1800" b="1" dirty="0"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 ،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tightly coupled</a:t>
            </a:r>
            <a:r>
              <a:rPr lang="fa-IR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 هستند.</a:t>
            </a:r>
            <a:endParaRPr lang="en-US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Nazanin" panose="00000400000000000000" pitchFamily="2" charset="-78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ar-SA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عملکرد، داده‌ها و </a:t>
            </a:r>
            <a:r>
              <a:rPr lang="en-US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operational</a:t>
            </a:r>
            <a:r>
              <a:rPr lang="fa-IR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 </a:t>
            </a:r>
            <a:r>
              <a:rPr lang="ar-SA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در یک مکان واحد متمرکز شده‌اند</a:t>
            </a:r>
            <a:endParaRPr lang="fa-IR" sz="1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Nazanin" panose="00000400000000000000" pitchFamily="2" charset="-78"/>
            </a:endParaRPr>
          </a:p>
          <a:p>
            <a:pPr marL="0" indent="0">
              <a:buNone/>
            </a:pPr>
            <a:endParaRPr lang="fa-IR" sz="1800" b="1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fa-IR" sz="1800" b="1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pPr marL="400050" indent="-400050">
              <a:buFont typeface="+mj-lt"/>
              <a:buAutoNum type="romanUcPeriod"/>
            </a:pPr>
            <a:endParaRPr lang="en-US" sz="1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9FEF990B-3D57-B884-135E-442574AEA7BB}"/>
              </a:ext>
            </a:extLst>
          </p:cNvPr>
          <p:cNvSpPr txBox="1">
            <a:spLocks/>
          </p:cNvSpPr>
          <p:nvPr/>
        </p:nvSpPr>
        <p:spPr>
          <a:xfrm>
            <a:off x="415925" y="3686420"/>
            <a:ext cx="9567863" cy="1722306"/>
          </a:xfrm>
          <a:prstGeom prst="rect">
            <a:avLst/>
          </a:prstGeom>
        </p:spPr>
        <p:txBody>
          <a:bodyPr/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03964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3964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3964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003964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00396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lang="fa-IR" sz="1800" b="1" dirty="0"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مسیریابی پیام گیرنده محور یا </a:t>
            </a:r>
            <a:r>
              <a:rPr lang="en-US" sz="1800" b="1" dirty="0"/>
              <a:t>receiver-driven</a:t>
            </a:r>
            <a:r>
              <a:rPr lang="en-US" sz="1600" dirty="0"/>
              <a:t> </a:t>
            </a:r>
            <a:endParaRPr lang="en-US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Nazanin" panose="00000400000000000000" pitchFamily="2" charset="-78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ar-SA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بیشتر </a:t>
            </a:r>
            <a:r>
              <a:rPr lang="en-US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message brokers </a:t>
            </a:r>
            <a:r>
              <a:rPr lang="fa-IR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 </a:t>
            </a:r>
            <a:r>
              <a:rPr lang="ar-SA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یک </a:t>
            </a:r>
            <a:r>
              <a:rPr lang="fa-IR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راهکار</a:t>
            </a:r>
            <a:r>
              <a:rPr lang="ar-SA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 </a:t>
            </a:r>
            <a:r>
              <a:rPr lang="en-US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publish-subscribe </a:t>
            </a:r>
            <a:r>
              <a:rPr lang="fa-IR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 </a:t>
            </a:r>
            <a:r>
              <a:rPr lang="ar-SA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را ارائه می‌کنند </a:t>
            </a:r>
            <a:endParaRPr lang="fa-IR" sz="1800" b="1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fa-IR" sz="1800" b="1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pPr marL="400050" indent="-400050">
              <a:buFont typeface="+mj-lt"/>
              <a:buAutoNum type="romanUcPeriod"/>
            </a:pPr>
            <a:endParaRPr lang="en-US" sz="1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13751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855BCF-CC76-4204-8936-2710FFD3FBAF}"/>
              </a:ext>
            </a:extLst>
          </p:cNvPr>
          <p:cNvSpPr/>
          <p:nvPr/>
        </p:nvSpPr>
        <p:spPr>
          <a:xfrm>
            <a:off x="10949651" y="0"/>
            <a:ext cx="12423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Oval 5">
            <a:hlinkClick r:id="" action="ppaction://noaction"/>
            <a:extLst>
              <a:ext uri="{FF2B5EF4-FFF2-40B4-BE49-F238E27FC236}">
                <a16:creationId xmlns:a16="http://schemas.microsoft.com/office/drawing/2014/main" id="{6A25E40A-595C-40B1-82E3-0B85ED25FD8C}"/>
              </a:ext>
            </a:extLst>
          </p:cNvPr>
          <p:cNvSpPr/>
          <p:nvPr/>
        </p:nvSpPr>
        <p:spPr>
          <a:xfrm>
            <a:off x="10377815" y="4207394"/>
            <a:ext cx="1074211" cy="1164619"/>
          </a:xfrm>
          <a:custGeom>
            <a:avLst/>
            <a:gdLst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1066534"/>
              <a:gd name="connsiteX1" fmla="*/ 450000 w 900000"/>
              <a:gd name="connsiteY1" fmla="*/ 70413 h 1066534"/>
              <a:gd name="connsiteX2" fmla="*/ 900000 w 900000"/>
              <a:gd name="connsiteY2" fmla="*/ 520413 h 1066534"/>
              <a:gd name="connsiteX3" fmla="*/ 450000 w 900000"/>
              <a:gd name="connsiteY3" fmla="*/ 970413 h 1066534"/>
              <a:gd name="connsiteX4" fmla="*/ 0 w 900000"/>
              <a:gd name="connsiteY4" fmla="*/ 520413 h 1066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000" h="1066534">
                <a:moveTo>
                  <a:pt x="0" y="520413"/>
                </a:moveTo>
                <a:cubicBezTo>
                  <a:pt x="0" y="370413"/>
                  <a:pt x="513988" y="313481"/>
                  <a:pt x="450000" y="70413"/>
                </a:cubicBezTo>
                <a:cubicBezTo>
                  <a:pt x="386012" y="-172655"/>
                  <a:pt x="900000" y="271885"/>
                  <a:pt x="900000" y="520413"/>
                </a:cubicBezTo>
                <a:cubicBezTo>
                  <a:pt x="900000" y="768941"/>
                  <a:pt x="559631" y="635795"/>
                  <a:pt x="450000" y="970413"/>
                </a:cubicBezTo>
                <a:cubicBezTo>
                  <a:pt x="340369" y="1305031"/>
                  <a:pt x="0" y="670413"/>
                  <a:pt x="0" y="520413"/>
                </a:cubicBezTo>
                <a:close/>
              </a:path>
            </a:pathLst>
          </a:custGeom>
          <a:ln w="825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hlinkClick r:id="" action="ppaction://noaction"/>
            <a:extLst>
              <a:ext uri="{FF2B5EF4-FFF2-40B4-BE49-F238E27FC236}">
                <a16:creationId xmlns:a16="http://schemas.microsoft.com/office/drawing/2014/main" id="{C42F4AEA-9FF9-4BCF-8A5A-58C505BA4A1E}"/>
              </a:ext>
            </a:extLst>
          </p:cNvPr>
          <p:cNvSpPr/>
          <p:nvPr/>
        </p:nvSpPr>
        <p:spPr>
          <a:xfrm>
            <a:off x="11222860" y="5831842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>
            <a:hlinkClick r:id="rId2" action="ppaction://hlinksldjump"/>
            <a:extLst>
              <a:ext uri="{FF2B5EF4-FFF2-40B4-BE49-F238E27FC236}">
                <a16:creationId xmlns:a16="http://schemas.microsoft.com/office/drawing/2014/main" id="{858FDA9C-58BC-4E99-85D7-F9BCFC6D274B}"/>
              </a:ext>
            </a:extLst>
          </p:cNvPr>
          <p:cNvSpPr/>
          <p:nvPr/>
        </p:nvSpPr>
        <p:spPr>
          <a:xfrm>
            <a:off x="11222860" y="442177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>
            <a:hlinkClick r:id="rId2" action="ppaction://hlinksldjump"/>
            <a:extLst>
              <a:ext uri="{FF2B5EF4-FFF2-40B4-BE49-F238E27FC236}">
                <a16:creationId xmlns:a16="http://schemas.microsoft.com/office/drawing/2014/main" id="{A4DB350B-1406-454F-ADBE-FA2D83F9F04C}"/>
              </a:ext>
            </a:extLst>
          </p:cNvPr>
          <p:cNvSpPr/>
          <p:nvPr/>
        </p:nvSpPr>
        <p:spPr>
          <a:xfrm>
            <a:off x="11244080" y="451822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>
            <a:hlinkClick r:id="rId3" action="ppaction://hlinksldjump"/>
            <a:extLst>
              <a:ext uri="{FF2B5EF4-FFF2-40B4-BE49-F238E27FC236}">
                <a16:creationId xmlns:a16="http://schemas.microsoft.com/office/drawing/2014/main" id="{83EBE551-A077-4E43-8DD9-F635C1D335E1}"/>
              </a:ext>
            </a:extLst>
          </p:cNvPr>
          <p:cNvSpPr/>
          <p:nvPr/>
        </p:nvSpPr>
        <p:spPr>
          <a:xfrm>
            <a:off x="11220931" y="1746859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Rectangle 44">
            <a:hlinkClick r:id="" action="ppaction://noaction"/>
            <a:extLst>
              <a:ext uri="{FF2B5EF4-FFF2-40B4-BE49-F238E27FC236}">
                <a16:creationId xmlns:a16="http://schemas.microsoft.com/office/drawing/2014/main" id="{430A5EAF-E1AF-4815-B3DE-D3C94C552BFA}"/>
              </a:ext>
            </a:extLst>
          </p:cNvPr>
          <p:cNvSpPr/>
          <p:nvPr/>
        </p:nvSpPr>
        <p:spPr>
          <a:xfrm>
            <a:off x="11209665" y="3151750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Striped Right Arrow 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B0EC7491-5F96-4243-ACAA-C9D2BFAA6ADB}"/>
              </a:ext>
            </a:extLst>
          </p:cNvPr>
          <p:cNvSpPr/>
          <p:nvPr/>
        </p:nvSpPr>
        <p:spPr>
          <a:xfrm rot="16200000">
            <a:off x="80162" y="5783314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sp>
        <p:nvSpPr>
          <p:cNvPr id="59" name="Striped Right Arrow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0876E44-8E66-4C96-A76A-2961E663740E}"/>
              </a:ext>
            </a:extLst>
          </p:cNvPr>
          <p:cNvSpPr/>
          <p:nvPr/>
        </p:nvSpPr>
        <p:spPr>
          <a:xfrm>
            <a:off x="644918" y="6352996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sp>
        <p:nvSpPr>
          <p:cNvPr id="60" name="Content Placeholder 14">
            <a:extLst>
              <a:ext uri="{FF2B5EF4-FFF2-40B4-BE49-F238E27FC236}">
                <a16:creationId xmlns:a16="http://schemas.microsoft.com/office/drawing/2014/main" id="{B5C4A95F-0AF4-4569-9768-19BBFD104E58}"/>
              </a:ext>
            </a:extLst>
          </p:cNvPr>
          <p:cNvSpPr txBox="1">
            <a:spLocks/>
          </p:cNvSpPr>
          <p:nvPr/>
        </p:nvSpPr>
        <p:spPr>
          <a:xfrm>
            <a:off x="11480952" y="3686420"/>
            <a:ext cx="507444" cy="2220549"/>
          </a:xfrm>
          <a:prstGeom prst="rect">
            <a:avLst/>
          </a:prstGeom>
          <a:noFill/>
          <a:effectLst>
            <a:outerShdw blurRad="50800" dist="12700" dir="5400000" algn="ctr" rotWithShape="0">
              <a:schemeClr val="accent4">
                <a:lumMod val="20000"/>
                <a:lumOff val="80000"/>
                <a:alpha val="99000"/>
              </a:schemeClr>
            </a:outerShdw>
          </a:effectLst>
        </p:spPr>
        <p:txBody>
          <a:bodyPr vert="vert270" wrap="square" lIns="114108" tIns="57054" rIns="114108" bIns="57054" rtlCol="0">
            <a:spAutoFit/>
          </a:bodyPr>
          <a:lstStyle>
            <a:defPPr>
              <a:defRPr lang="en-US"/>
            </a:defPPr>
            <a:lvl1pPr algn="ctr" rtl="1">
              <a:defRPr sz="2000" b="1">
                <a:ln w="0"/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cs typeface="B Mitra" panose="00000400000000000000" pitchFamily="2" charset="-78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6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4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2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2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Notification</a:t>
            </a:r>
            <a:endParaRPr lang="ar-OM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973D3F-15A7-6CCA-9340-BECB3888B49C}"/>
              </a:ext>
            </a:extLst>
          </p:cNvPr>
          <p:cNvSpPr txBox="1"/>
          <p:nvPr/>
        </p:nvSpPr>
        <p:spPr>
          <a:xfrm>
            <a:off x="11189247" y="515268"/>
            <a:ext cx="809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01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D30D71-B12E-AA29-2788-2AF52664106B}"/>
              </a:ext>
            </a:extLst>
          </p:cNvPr>
          <p:cNvSpPr txBox="1"/>
          <p:nvPr/>
        </p:nvSpPr>
        <p:spPr>
          <a:xfrm>
            <a:off x="11150201" y="1677709"/>
            <a:ext cx="852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02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9B2087-958D-383A-707D-DF5CDC94370A}"/>
              </a:ext>
            </a:extLst>
          </p:cNvPr>
          <p:cNvSpPr txBox="1"/>
          <p:nvPr/>
        </p:nvSpPr>
        <p:spPr>
          <a:xfrm>
            <a:off x="11150201" y="2880845"/>
            <a:ext cx="860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03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8742F6-0B2F-3249-0F85-10424CC1B067}"/>
              </a:ext>
            </a:extLst>
          </p:cNvPr>
          <p:cNvSpPr txBox="1"/>
          <p:nvPr/>
        </p:nvSpPr>
        <p:spPr>
          <a:xfrm>
            <a:off x="10638862" y="4473528"/>
            <a:ext cx="6033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 4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606BB1F-5C9D-913E-47E2-4E48D61AE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استفاده از رویدادها برای </a:t>
            </a:r>
            <a:r>
              <a:rPr lang="en-US" dirty="0"/>
              <a:t>Notification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FCDE8B7-592F-267C-B9E0-42C32344B4D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0" y="1374546"/>
            <a:ext cx="9983788" cy="891251"/>
          </a:xfrm>
        </p:spPr>
        <p:txBody>
          <a:bodyPr/>
          <a:lstStyle/>
          <a:p>
            <a:pPr marL="0" indent="0">
              <a:buNone/>
            </a:pPr>
            <a:r>
              <a:rPr lang="fa-IR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0FA19D-4376-C7BB-0D2A-27F0F77FA2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8174" y="2000874"/>
            <a:ext cx="8706845" cy="3222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1777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855BCF-CC76-4204-8936-2710FFD3FBAF}"/>
              </a:ext>
            </a:extLst>
          </p:cNvPr>
          <p:cNvSpPr/>
          <p:nvPr/>
        </p:nvSpPr>
        <p:spPr>
          <a:xfrm>
            <a:off x="10949651" y="0"/>
            <a:ext cx="12423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Oval 5">
            <a:hlinkClick r:id="" action="ppaction://noaction"/>
            <a:extLst>
              <a:ext uri="{FF2B5EF4-FFF2-40B4-BE49-F238E27FC236}">
                <a16:creationId xmlns:a16="http://schemas.microsoft.com/office/drawing/2014/main" id="{6A25E40A-595C-40B1-82E3-0B85ED25FD8C}"/>
              </a:ext>
            </a:extLst>
          </p:cNvPr>
          <p:cNvSpPr/>
          <p:nvPr/>
        </p:nvSpPr>
        <p:spPr>
          <a:xfrm>
            <a:off x="10377815" y="4207394"/>
            <a:ext cx="1074211" cy="1164619"/>
          </a:xfrm>
          <a:custGeom>
            <a:avLst/>
            <a:gdLst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1066534"/>
              <a:gd name="connsiteX1" fmla="*/ 450000 w 900000"/>
              <a:gd name="connsiteY1" fmla="*/ 70413 h 1066534"/>
              <a:gd name="connsiteX2" fmla="*/ 900000 w 900000"/>
              <a:gd name="connsiteY2" fmla="*/ 520413 h 1066534"/>
              <a:gd name="connsiteX3" fmla="*/ 450000 w 900000"/>
              <a:gd name="connsiteY3" fmla="*/ 970413 h 1066534"/>
              <a:gd name="connsiteX4" fmla="*/ 0 w 900000"/>
              <a:gd name="connsiteY4" fmla="*/ 520413 h 1066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000" h="1066534">
                <a:moveTo>
                  <a:pt x="0" y="520413"/>
                </a:moveTo>
                <a:cubicBezTo>
                  <a:pt x="0" y="370413"/>
                  <a:pt x="513988" y="313481"/>
                  <a:pt x="450000" y="70413"/>
                </a:cubicBezTo>
                <a:cubicBezTo>
                  <a:pt x="386012" y="-172655"/>
                  <a:pt x="900000" y="271885"/>
                  <a:pt x="900000" y="520413"/>
                </a:cubicBezTo>
                <a:cubicBezTo>
                  <a:pt x="900000" y="768941"/>
                  <a:pt x="559631" y="635795"/>
                  <a:pt x="450000" y="970413"/>
                </a:cubicBezTo>
                <a:cubicBezTo>
                  <a:pt x="340369" y="1305031"/>
                  <a:pt x="0" y="670413"/>
                  <a:pt x="0" y="520413"/>
                </a:cubicBezTo>
                <a:close/>
              </a:path>
            </a:pathLst>
          </a:custGeom>
          <a:ln w="825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hlinkClick r:id="" action="ppaction://noaction"/>
            <a:extLst>
              <a:ext uri="{FF2B5EF4-FFF2-40B4-BE49-F238E27FC236}">
                <a16:creationId xmlns:a16="http://schemas.microsoft.com/office/drawing/2014/main" id="{C42F4AEA-9FF9-4BCF-8A5A-58C505BA4A1E}"/>
              </a:ext>
            </a:extLst>
          </p:cNvPr>
          <p:cNvSpPr/>
          <p:nvPr/>
        </p:nvSpPr>
        <p:spPr>
          <a:xfrm>
            <a:off x="11222860" y="5831842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>
            <a:hlinkClick r:id="rId2" action="ppaction://hlinksldjump"/>
            <a:extLst>
              <a:ext uri="{FF2B5EF4-FFF2-40B4-BE49-F238E27FC236}">
                <a16:creationId xmlns:a16="http://schemas.microsoft.com/office/drawing/2014/main" id="{858FDA9C-58BC-4E99-85D7-F9BCFC6D274B}"/>
              </a:ext>
            </a:extLst>
          </p:cNvPr>
          <p:cNvSpPr/>
          <p:nvPr/>
        </p:nvSpPr>
        <p:spPr>
          <a:xfrm>
            <a:off x="11222860" y="442177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>
            <a:hlinkClick r:id="rId2" action="ppaction://hlinksldjump"/>
            <a:extLst>
              <a:ext uri="{FF2B5EF4-FFF2-40B4-BE49-F238E27FC236}">
                <a16:creationId xmlns:a16="http://schemas.microsoft.com/office/drawing/2014/main" id="{A4DB350B-1406-454F-ADBE-FA2D83F9F04C}"/>
              </a:ext>
            </a:extLst>
          </p:cNvPr>
          <p:cNvSpPr/>
          <p:nvPr/>
        </p:nvSpPr>
        <p:spPr>
          <a:xfrm>
            <a:off x="11244080" y="451822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>
            <a:hlinkClick r:id="rId3" action="ppaction://hlinksldjump"/>
            <a:extLst>
              <a:ext uri="{FF2B5EF4-FFF2-40B4-BE49-F238E27FC236}">
                <a16:creationId xmlns:a16="http://schemas.microsoft.com/office/drawing/2014/main" id="{83EBE551-A077-4E43-8DD9-F635C1D335E1}"/>
              </a:ext>
            </a:extLst>
          </p:cNvPr>
          <p:cNvSpPr/>
          <p:nvPr/>
        </p:nvSpPr>
        <p:spPr>
          <a:xfrm>
            <a:off x="11220931" y="1746859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Rectangle 44">
            <a:hlinkClick r:id="" action="ppaction://noaction"/>
            <a:extLst>
              <a:ext uri="{FF2B5EF4-FFF2-40B4-BE49-F238E27FC236}">
                <a16:creationId xmlns:a16="http://schemas.microsoft.com/office/drawing/2014/main" id="{430A5EAF-E1AF-4815-B3DE-D3C94C552BFA}"/>
              </a:ext>
            </a:extLst>
          </p:cNvPr>
          <p:cNvSpPr/>
          <p:nvPr/>
        </p:nvSpPr>
        <p:spPr>
          <a:xfrm>
            <a:off x="11209665" y="3151750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Striped Right Arrow 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B0EC7491-5F96-4243-ACAA-C9D2BFAA6ADB}"/>
              </a:ext>
            </a:extLst>
          </p:cNvPr>
          <p:cNvSpPr/>
          <p:nvPr/>
        </p:nvSpPr>
        <p:spPr>
          <a:xfrm rot="16200000">
            <a:off x="80162" y="5783314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sp>
        <p:nvSpPr>
          <p:cNvPr id="59" name="Striped Right Arrow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0876E44-8E66-4C96-A76A-2961E663740E}"/>
              </a:ext>
            </a:extLst>
          </p:cNvPr>
          <p:cNvSpPr/>
          <p:nvPr/>
        </p:nvSpPr>
        <p:spPr>
          <a:xfrm>
            <a:off x="644918" y="6352996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sp>
        <p:nvSpPr>
          <p:cNvPr id="60" name="Content Placeholder 14">
            <a:extLst>
              <a:ext uri="{FF2B5EF4-FFF2-40B4-BE49-F238E27FC236}">
                <a16:creationId xmlns:a16="http://schemas.microsoft.com/office/drawing/2014/main" id="{B5C4A95F-0AF4-4569-9768-19BBFD104E58}"/>
              </a:ext>
            </a:extLst>
          </p:cNvPr>
          <p:cNvSpPr txBox="1">
            <a:spLocks/>
          </p:cNvSpPr>
          <p:nvPr/>
        </p:nvSpPr>
        <p:spPr>
          <a:xfrm>
            <a:off x="11480952" y="3686420"/>
            <a:ext cx="507444" cy="2220549"/>
          </a:xfrm>
          <a:prstGeom prst="rect">
            <a:avLst/>
          </a:prstGeom>
          <a:noFill/>
          <a:effectLst>
            <a:outerShdw blurRad="50800" dist="12700" dir="5400000" algn="ctr" rotWithShape="0">
              <a:schemeClr val="accent4">
                <a:lumMod val="20000"/>
                <a:lumOff val="80000"/>
                <a:alpha val="99000"/>
              </a:schemeClr>
            </a:outerShdw>
          </a:effectLst>
        </p:spPr>
        <p:txBody>
          <a:bodyPr vert="vert270" wrap="square" lIns="114108" tIns="57054" rIns="114108" bIns="57054" rtlCol="0">
            <a:spAutoFit/>
          </a:bodyPr>
          <a:lstStyle>
            <a:defPPr>
              <a:defRPr lang="en-US"/>
            </a:defPPr>
            <a:lvl1pPr algn="ctr" rtl="1">
              <a:defRPr sz="2000" b="1">
                <a:ln w="0"/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cs typeface="B Mitra" panose="00000400000000000000" pitchFamily="2" charset="-78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6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4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2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2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Notification</a:t>
            </a:r>
            <a:endParaRPr lang="ar-OM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973D3F-15A7-6CCA-9340-BECB3888B49C}"/>
              </a:ext>
            </a:extLst>
          </p:cNvPr>
          <p:cNvSpPr txBox="1"/>
          <p:nvPr/>
        </p:nvSpPr>
        <p:spPr>
          <a:xfrm>
            <a:off x="11189247" y="515268"/>
            <a:ext cx="809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01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D30D71-B12E-AA29-2788-2AF52664106B}"/>
              </a:ext>
            </a:extLst>
          </p:cNvPr>
          <p:cNvSpPr txBox="1"/>
          <p:nvPr/>
        </p:nvSpPr>
        <p:spPr>
          <a:xfrm>
            <a:off x="11150201" y="1677709"/>
            <a:ext cx="852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02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9B2087-958D-383A-707D-DF5CDC94370A}"/>
              </a:ext>
            </a:extLst>
          </p:cNvPr>
          <p:cNvSpPr txBox="1"/>
          <p:nvPr/>
        </p:nvSpPr>
        <p:spPr>
          <a:xfrm>
            <a:off x="11150201" y="2880845"/>
            <a:ext cx="860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03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8742F6-0B2F-3249-0F85-10424CC1B067}"/>
              </a:ext>
            </a:extLst>
          </p:cNvPr>
          <p:cNvSpPr txBox="1"/>
          <p:nvPr/>
        </p:nvSpPr>
        <p:spPr>
          <a:xfrm>
            <a:off x="10638862" y="4473528"/>
            <a:ext cx="6033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 4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606BB1F-5C9D-913E-47E2-4E48D61AE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استفاده از رویدادها برای </a:t>
            </a:r>
            <a:r>
              <a:rPr lang="en-US" dirty="0"/>
              <a:t>Notification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FCDE8B7-592F-267C-B9E0-42C32344B4D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44918" y="1232083"/>
            <a:ext cx="9983788" cy="891251"/>
          </a:xfrm>
        </p:spPr>
        <p:txBody>
          <a:bodyPr/>
          <a:lstStyle/>
          <a:p>
            <a:pPr marL="0" indent="0" algn="r">
              <a:buNone/>
            </a:pPr>
            <a:r>
              <a:rPr lang="fa-IR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 </a:t>
            </a:r>
            <a:r>
              <a:rPr lang="ar-SA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مثال ساده </a:t>
            </a:r>
            <a:r>
              <a:rPr lang="fa-IR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: </a:t>
            </a:r>
            <a:r>
              <a:rPr lang="ar-SA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سفارش </a:t>
            </a:r>
            <a:r>
              <a:rPr lang="en-US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iPad</a:t>
            </a:r>
            <a:r>
              <a:rPr lang="ar-SA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یک </a:t>
            </a:r>
            <a:r>
              <a:rPr lang="ar-SA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مشتری</a:t>
            </a:r>
            <a:endParaRPr lang="fa-IR" sz="1800" b="1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B Nazanin" panose="00000400000000000000" pitchFamily="2" charset="-7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7459ED-A524-E11B-55E8-36D8055940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548" y="1746859"/>
            <a:ext cx="4977219" cy="3738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889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855BCF-CC76-4204-8936-2710FFD3FBAF}"/>
              </a:ext>
            </a:extLst>
          </p:cNvPr>
          <p:cNvSpPr/>
          <p:nvPr/>
        </p:nvSpPr>
        <p:spPr>
          <a:xfrm>
            <a:off x="10949651" y="0"/>
            <a:ext cx="12423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Oval 5">
            <a:hlinkClick r:id="" action="ppaction://noaction"/>
            <a:extLst>
              <a:ext uri="{FF2B5EF4-FFF2-40B4-BE49-F238E27FC236}">
                <a16:creationId xmlns:a16="http://schemas.microsoft.com/office/drawing/2014/main" id="{6A25E40A-595C-40B1-82E3-0B85ED25FD8C}"/>
              </a:ext>
            </a:extLst>
          </p:cNvPr>
          <p:cNvSpPr/>
          <p:nvPr/>
        </p:nvSpPr>
        <p:spPr>
          <a:xfrm>
            <a:off x="10377815" y="4207394"/>
            <a:ext cx="1074211" cy="1164619"/>
          </a:xfrm>
          <a:custGeom>
            <a:avLst/>
            <a:gdLst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1066534"/>
              <a:gd name="connsiteX1" fmla="*/ 450000 w 900000"/>
              <a:gd name="connsiteY1" fmla="*/ 70413 h 1066534"/>
              <a:gd name="connsiteX2" fmla="*/ 900000 w 900000"/>
              <a:gd name="connsiteY2" fmla="*/ 520413 h 1066534"/>
              <a:gd name="connsiteX3" fmla="*/ 450000 w 900000"/>
              <a:gd name="connsiteY3" fmla="*/ 970413 h 1066534"/>
              <a:gd name="connsiteX4" fmla="*/ 0 w 900000"/>
              <a:gd name="connsiteY4" fmla="*/ 520413 h 1066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000" h="1066534">
                <a:moveTo>
                  <a:pt x="0" y="520413"/>
                </a:moveTo>
                <a:cubicBezTo>
                  <a:pt x="0" y="370413"/>
                  <a:pt x="513988" y="313481"/>
                  <a:pt x="450000" y="70413"/>
                </a:cubicBezTo>
                <a:cubicBezTo>
                  <a:pt x="386012" y="-172655"/>
                  <a:pt x="900000" y="271885"/>
                  <a:pt x="900000" y="520413"/>
                </a:cubicBezTo>
                <a:cubicBezTo>
                  <a:pt x="900000" y="768941"/>
                  <a:pt x="559631" y="635795"/>
                  <a:pt x="450000" y="970413"/>
                </a:cubicBezTo>
                <a:cubicBezTo>
                  <a:pt x="340369" y="1305031"/>
                  <a:pt x="0" y="670413"/>
                  <a:pt x="0" y="520413"/>
                </a:cubicBezTo>
                <a:close/>
              </a:path>
            </a:pathLst>
          </a:custGeom>
          <a:ln w="825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hlinkClick r:id="" action="ppaction://noaction"/>
            <a:extLst>
              <a:ext uri="{FF2B5EF4-FFF2-40B4-BE49-F238E27FC236}">
                <a16:creationId xmlns:a16="http://schemas.microsoft.com/office/drawing/2014/main" id="{C42F4AEA-9FF9-4BCF-8A5A-58C505BA4A1E}"/>
              </a:ext>
            </a:extLst>
          </p:cNvPr>
          <p:cNvSpPr/>
          <p:nvPr/>
        </p:nvSpPr>
        <p:spPr>
          <a:xfrm>
            <a:off x="11222860" y="5831842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>
            <a:hlinkClick r:id="rId2" action="ppaction://hlinksldjump"/>
            <a:extLst>
              <a:ext uri="{FF2B5EF4-FFF2-40B4-BE49-F238E27FC236}">
                <a16:creationId xmlns:a16="http://schemas.microsoft.com/office/drawing/2014/main" id="{858FDA9C-58BC-4E99-85D7-F9BCFC6D274B}"/>
              </a:ext>
            </a:extLst>
          </p:cNvPr>
          <p:cNvSpPr/>
          <p:nvPr/>
        </p:nvSpPr>
        <p:spPr>
          <a:xfrm>
            <a:off x="11222860" y="442177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>
            <a:hlinkClick r:id="rId2" action="ppaction://hlinksldjump"/>
            <a:extLst>
              <a:ext uri="{FF2B5EF4-FFF2-40B4-BE49-F238E27FC236}">
                <a16:creationId xmlns:a16="http://schemas.microsoft.com/office/drawing/2014/main" id="{A4DB350B-1406-454F-ADBE-FA2D83F9F04C}"/>
              </a:ext>
            </a:extLst>
          </p:cNvPr>
          <p:cNvSpPr/>
          <p:nvPr/>
        </p:nvSpPr>
        <p:spPr>
          <a:xfrm>
            <a:off x="11244080" y="451822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>
            <a:hlinkClick r:id="rId3" action="ppaction://hlinksldjump"/>
            <a:extLst>
              <a:ext uri="{FF2B5EF4-FFF2-40B4-BE49-F238E27FC236}">
                <a16:creationId xmlns:a16="http://schemas.microsoft.com/office/drawing/2014/main" id="{83EBE551-A077-4E43-8DD9-F635C1D335E1}"/>
              </a:ext>
            </a:extLst>
          </p:cNvPr>
          <p:cNvSpPr/>
          <p:nvPr/>
        </p:nvSpPr>
        <p:spPr>
          <a:xfrm>
            <a:off x="11220931" y="1746859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Rectangle 44">
            <a:hlinkClick r:id="" action="ppaction://noaction"/>
            <a:extLst>
              <a:ext uri="{FF2B5EF4-FFF2-40B4-BE49-F238E27FC236}">
                <a16:creationId xmlns:a16="http://schemas.microsoft.com/office/drawing/2014/main" id="{430A5EAF-E1AF-4815-B3DE-D3C94C552BFA}"/>
              </a:ext>
            </a:extLst>
          </p:cNvPr>
          <p:cNvSpPr/>
          <p:nvPr/>
        </p:nvSpPr>
        <p:spPr>
          <a:xfrm>
            <a:off x="11209665" y="3151750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Striped Right Arrow 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B0EC7491-5F96-4243-ACAA-C9D2BFAA6ADB}"/>
              </a:ext>
            </a:extLst>
          </p:cNvPr>
          <p:cNvSpPr/>
          <p:nvPr/>
        </p:nvSpPr>
        <p:spPr>
          <a:xfrm rot="16200000">
            <a:off x="80162" y="5783314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sp>
        <p:nvSpPr>
          <p:cNvPr id="59" name="Striped Right Arrow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0876E44-8E66-4C96-A76A-2961E663740E}"/>
              </a:ext>
            </a:extLst>
          </p:cNvPr>
          <p:cNvSpPr/>
          <p:nvPr/>
        </p:nvSpPr>
        <p:spPr>
          <a:xfrm>
            <a:off x="644918" y="6352996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sp>
        <p:nvSpPr>
          <p:cNvPr id="60" name="Content Placeholder 14">
            <a:extLst>
              <a:ext uri="{FF2B5EF4-FFF2-40B4-BE49-F238E27FC236}">
                <a16:creationId xmlns:a16="http://schemas.microsoft.com/office/drawing/2014/main" id="{B5C4A95F-0AF4-4569-9768-19BBFD104E58}"/>
              </a:ext>
            </a:extLst>
          </p:cNvPr>
          <p:cNvSpPr txBox="1">
            <a:spLocks/>
          </p:cNvSpPr>
          <p:nvPr/>
        </p:nvSpPr>
        <p:spPr>
          <a:xfrm>
            <a:off x="11480952" y="3686420"/>
            <a:ext cx="507444" cy="2220549"/>
          </a:xfrm>
          <a:prstGeom prst="rect">
            <a:avLst/>
          </a:prstGeom>
          <a:noFill/>
          <a:effectLst>
            <a:outerShdw blurRad="50800" dist="12700" dir="5400000" algn="ctr" rotWithShape="0">
              <a:schemeClr val="accent4">
                <a:lumMod val="20000"/>
                <a:lumOff val="80000"/>
                <a:alpha val="99000"/>
              </a:schemeClr>
            </a:outerShdw>
          </a:effectLst>
        </p:spPr>
        <p:txBody>
          <a:bodyPr vert="vert270" wrap="square" lIns="114108" tIns="57054" rIns="114108" bIns="57054" rtlCol="0">
            <a:spAutoFit/>
          </a:bodyPr>
          <a:lstStyle>
            <a:defPPr>
              <a:defRPr lang="en-US"/>
            </a:defPPr>
            <a:lvl1pPr algn="ctr" rtl="1">
              <a:defRPr sz="2000" b="1">
                <a:ln w="0"/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cs typeface="B Mitra" panose="00000400000000000000" pitchFamily="2" charset="-78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6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4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2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2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Notification</a:t>
            </a:r>
            <a:endParaRPr lang="ar-OM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973D3F-15A7-6CCA-9340-BECB3888B49C}"/>
              </a:ext>
            </a:extLst>
          </p:cNvPr>
          <p:cNvSpPr txBox="1"/>
          <p:nvPr/>
        </p:nvSpPr>
        <p:spPr>
          <a:xfrm>
            <a:off x="11189247" y="515268"/>
            <a:ext cx="809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01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D30D71-B12E-AA29-2788-2AF52664106B}"/>
              </a:ext>
            </a:extLst>
          </p:cNvPr>
          <p:cNvSpPr txBox="1"/>
          <p:nvPr/>
        </p:nvSpPr>
        <p:spPr>
          <a:xfrm>
            <a:off x="11150201" y="1677709"/>
            <a:ext cx="852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02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9B2087-958D-383A-707D-DF5CDC94370A}"/>
              </a:ext>
            </a:extLst>
          </p:cNvPr>
          <p:cNvSpPr txBox="1"/>
          <p:nvPr/>
        </p:nvSpPr>
        <p:spPr>
          <a:xfrm>
            <a:off x="11150201" y="2880845"/>
            <a:ext cx="860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03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8742F6-0B2F-3249-0F85-10424CC1B067}"/>
              </a:ext>
            </a:extLst>
          </p:cNvPr>
          <p:cNvSpPr txBox="1"/>
          <p:nvPr/>
        </p:nvSpPr>
        <p:spPr>
          <a:xfrm>
            <a:off x="10638862" y="4473528"/>
            <a:ext cx="6033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 4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606BB1F-5C9D-913E-47E2-4E48D61AE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استفاده از رویدادها برای </a:t>
            </a:r>
            <a:r>
              <a:rPr lang="en-US" dirty="0"/>
              <a:t>Notification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FCDE8B7-592F-267C-B9E0-42C32344B4D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44918" y="1232083"/>
            <a:ext cx="9983788" cy="891251"/>
          </a:xfrm>
        </p:spPr>
        <p:txBody>
          <a:bodyPr/>
          <a:lstStyle/>
          <a:p>
            <a:pPr marL="0" indent="0" algn="r">
              <a:buNone/>
            </a:pPr>
            <a:r>
              <a:rPr lang="fa-IR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 </a:t>
            </a:r>
            <a:r>
              <a:rPr lang="ar-SA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مثال ساده </a:t>
            </a:r>
            <a:r>
              <a:rPr lang="fa-IR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: </a:t>
            </a:r>
            <a:r>
              <a:rPr lang="ar-SA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سفارش </a:t>
            </a:r>
            <a:r>
              <a:rPr lang="en-US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iPad</a:t>
            </a:r>
            <a:r>
              <a:rPr lang="ar-SA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یک </a:t>
            </a:r>
            <a:r>
              <a:rPr lang="ar-SA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مشتری</a:t>
            </a:r>
            <a:endParaRPr lang="fa-IR" sz="1800" b="1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B Nazanin" panose="00000400000000000000" pitchFamily="2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2620BA-D2B8-FC4A-C808-544C0AB05A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6320" y="1818609"/>
            <a:ext cx="6420103" cy="397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3943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855BCF-CC76-4204-8936-2710FFD3FBAF}"/>
              </a:ext>
            </a:extLst>
          </p:cNvPr>
          <p:cNvSpPr/>
          <p:nvPr/>
        </p:nvSpPr>
        <p:spPr>
          <a:xfrm>
            <a:off x="10949651" y="0"/>
            <a:ext cx="12423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Oval 5">
            <a:hlinkClick r:id="" action="ppaction://noaction"/>
            <a:extLst>
              <a:ext uri="{FF2B5EF4-FFF2-40B4-BE49-F238E27FC236}">
                <a16:creationId xmlns:a16="http://schemas.microsoft.com/office/drawing/2014/main" id="{6A25E40A-595C-40B1-82E3-0B85ED25FD8C}"/>
              </a:ext>
            </a:extLst>
          </p:cNvPr>
          <p:cNvSpPr/>
          <p:nvPr/>
        </p:nvSpPr>
        <p:spPr>
          <a:xfrm>
            <a:off x="10377815" y="4207394"/>
            <a:ext cx="1074211" cy="1164619"/>
          </a:xfrm>
          <a:custGeom>
            <a:avLst/>
            <a:gdLst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1066534"/>
              <a:gd name="connsiteX1" fmla="*/ 450000 w 900000"/>
              <a:gd name="connsiteY1" fmla="*/ 70413 h 1066534"/>
              <a:gd name="connsiteX2" fmla="*/ 900000 w 900000"/>
              <a:gd name="connsiteY2" fmla="*/ 520413 h 1066534"/>
              <a:gd name="connsiteX3" fmla="*/ 450000 w 900000"/>
              <a:gd name="connsiteY3" fmla="*/ 970413 h 1066534"/>
              <a:gd name="connsiteX4" fmla="*/ 0 w 900000"/>
              <a:gd name="connsiteY4" fmla="*/ 520413 h 1066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000" h="1066534">
                <a:moveTo>
                  <a:pt x="0" y="520413"/>
                </a:moveTo>
                <a:cubicBezTo>
                  <a:pt x="0" y="370413"/>
                  <a:pt x="513988" y="313481"/>
                  <a:pt x="450000" y="70413"/>
                </a:cubicBezTo>
                <a:cubicBezTo>
                  <a:pt x="386012" y="-172655"/>
                  <a:pt x="900000" y="271885"/>
                  <a:pt x="900000" y="520413"/>
                </a:cubicBezTo>
                <a:cubicBezTo>
                  <a:pt x="900000" y="768941"/>
                  <a:pt x="559631" y="635795"/>
                  <a:pt x="450000" y="970413"/>
                </a:cubicBezTo>
                <a:cubicBezTo>
                  <a:pt x="340369" y="1305031"/>
                  <a:pt x="0" y="670413"/>
                  <a:pt x="0" y="520413"/>
                </a:cubicBezTo>
                <a:close/>
              </a:path>
            </a:pathLst>
          </a:custGeom>
          <a:ln w="825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hlinkClick r:id="" action="ppaction://noaction"/>
            <a:extLst>
              <a:ext uri="{FF2B5EF4-FFF2-40B4-BE49-F238E27FC236}">
                <a16:creationId xmlns:a16="http://schemas.microsoft.com/office/drawing/2014/main" id="{C42F4AEA-9FF9-4BCF-8A5A-58C505BA4A1E}"/>
              </a:ext>
            </a:extLst>
          </p:cNvPr>
          <p:cNvSpPr/>
          <p:nvPr/>
        </p:nvSpPr>
        <p:spPr>
          <a:xfrm>
            <a:off x="11222860" y="5831842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>
            <a:hlinkClick r:id="rId2" action="ppaction://hlinksldjump"/>
            <a:extLst>
              <a:ext uri="{FF2B5EF4-FFF2-40B4-BE49-F238E27FC236}">
                <a16:creationId xmlns:a16="http://schemas.microsoft.com/office/drawing/2014/main" id="{858FDA9C-58BC-4E99-85D7-F9BCFC6D274B}"/>
              </a:ext>
            </a:extLst>
          </p:cNvPr>
          <p:cNvSpPr/>
          <p:nvPr/>
        </p:nvSpPr>
        <p:spPr>
          <a:xfrm>
            <a:off x="11222860" y="442177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>
            <a:hlinkClick r:id="rId2" action="ppaction://hlinksldjump"/>
            <a:extLst>
              <a:ext uri="{FF2B5EF4-FFF2-40B4-BE49-F238E27FC236}">
                <a16:creationId xmlns:a16="http://schemas.microsoft.com/office/drawing/2014/main" id="{A4DB350B-1406-454F-ADBE-FA2D83F9F04C}"/>
              </a:ext>
            </a:extLst>
          </p:cNvPr>
          <p:cNvSpPr/>
          <p:nvPr/>
        </p:nvSpPr>
        <p:spPr>
          <a:xfrm>
            <a:off x="11244080" y="451822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>
            <a:hlinkClick r:id="rId3" action="ppaction://hlinksldjump"/>
            <a:extLst>
              <a:ext uri="{FF2B5EF4-FFF2-40B4-BE49-F238E27FC236}">
                <a16:creationId xmlns:a16="http://schemas.microsoft.com/office/drawing/2014/main" id="{83EBE551-A077-4E43-8DD9-F635C1D335E1}"/>
              </a:ext>
            </a:extLst>
          </p:cNvPr>
          <p:cNvSpPr/>
          <p:nvPr/>
        </p:nvSpPr>
        <p:spPr>
          <a:xfrm>
            <a:off x="11220931" y="1746859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Rectangle 44">
            <a:hlinkClick r:id="" action="ppaction://noaction"/>
            <a:extLst>
              <a:ext uri="{FF2B5EF4-FFF2-40B4-BE49-F238E27FC236}">
                <a16:creationId xmlns:a16="http://schemas.microsoft.com/office/drawing/2014/main" id="{430A5EAF-E1AF-4815-B3DE-D3C94C552BFA}"/>
              </a:ext>
            </a:extLst>
          </p:cNvPr>
          <p:cNvSpPr/>
          <p:nvPr/>
        </p:nvSpPr>
        <p:spPr>
          <a:xfrm>
            <a:off x="11209665" y="3151750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Striped Right Arrow 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B0EC7491-5F96-4243-ACAA-C9D2BFAA6ADB}"/>
              </a:ext>
            </a:extLst>
          </p:cNvPr>
          <p:cNvSpPr/>
          <p:nvPr/>
        </p:nvSpPr>
        <p:spPr>
          <a:xfrm rot="16200000">
            <a:off x="80162" y="5783314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sp>
        <p:nvSpPr>
          <p:cNvPr id="59" name="Striped Right Arrow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0876E44-8E66-4C96-A76A-2961E663740E}"/>
              </a:ext>
            </a:extLst>
          </p:cNvPr>
          <p:cNvSpPr/>
          <p:nvPr/>
        </p:nvSpPr>
        <p:spPr>
          <a:xfrm>
            <a:off x="644918" y="6352996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sp>
        <p:nvSpPr>
          <p:cNvPr id="60" name="Content Placeholder 14">
            <a:extLst>
              <a:ext uri="{FF2B5EF4-FFF2-40B4-BE49-F238E27FC236}">
                <a16:creationId xmlns:a16="http://schemas.microsoft.com/office/drawing/2014/main" id="{B5C4A95F-0AF4-4569-9768-19BBFD104E58}"/>
              </a:ext>
            </a:extLst>
          </p:cNvPr>
          <p:cNvSpPr txBox="1">
            <a:spLocks/>
          </p:cNvSpPr>
          <p:nvPr/>
        </p:nvSpPr>
        <p:spPr>
          <a:xfrm>
            <a:off x="11480952" y="3686420"/>
            <a:ext cx="507444" cy="2220549"/>
          </a:xfrm>
          <a:prstGeom prst="rect">
            <a:avLst/>
          </a:prstGeom>
          <a:noFill/>
          <a:effectLst>
            <a:outerShdw blurRad="50800" dist="12700" dir="5400000" algn="ctr" rotWithShape="0">
              <a:schemeClr val="accent4">
                <a:lumMod val="20000"/>
                <a:lumOff val="80000"/>
                <a:alpha val="99000"/>
              </a:schemeClr>
            </a:outerShdw>
          </a:effectLst>
        </p:spPr>
        <p:txBody>
          <a:bodyPr vert="vert270" wrap="square" lIns="114108" tIns="57054" rIns="114108" bIns="57054" rtlCol="0">
            <a:spAutoFit/>
          </a:bodyPr>
          <a:lstStyle>
            <a:defPPr>
              <a:defRPr lang="en-US"/>
            </a:defPPr>
            <a:lvl1pPr algn="ctr" rtl="1">
              <a:defRPr sz="2000" b="1">
                <a:ln w="0"/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cs typeface="B Mitra" panose="00000400000000000000" pitchFamily="2" charset="-78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6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4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2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2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Notification</a:t>
            </a:r>
            <a:endParaRPr lang="ar-OM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973D3F-15A7-6CCA-9340-BECB3888B49C}"/>
              </a:ext>
            </a:extLst>
          </p:cNvPr>
          <p:cNvSpPr txBox="1"/>
          <p:nvPr/>
        </p:nvSpPr>
        <p:spPr>
          <a:xfrm>
            <a:off x="11189247" y="515268"/>
            <a:ext cx="809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01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D30D71-B12E-AA29-2788-2AF52664106B}"/>
              </a:ext>
            </a:extLst>
          </p:cNvPr>
          <p:cNvSpPr txBox="1"/>
          <p:nvPr/>
        </p:nvSpPr>
        <p:spPr>
          <a:xfrm>
            <a:off x="11150201" y="1677709"/>
            <a:ext cx="852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02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9B2087-958D-383A-707D-DF5CDC94370A}"/>
              </a:ext>
            </a:extLst>
          </p:cNvPr>
          <p:cNvSpPr txBox="1"/>
          <p:nvPr/>
        </p:nvSpPr>
        <p:spPr>
          <a:xfrm>
            <a:off x="11150201" y="2880845"/>
            <a:ext cx="860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03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8742F6-0B2F-3249-0F85-10424CC1B067}"/>
              </a:ext>
            </a:extLst>
          </p:cNvPr>
          <p:cNvSpPr txBox="1"/>
          <p:nvPr/>
        </p:nvSpPr>
        <p:spPr>
          <a:xfrm>
            <a:off x="10638862" y="4473528"/>
            <a:ext cx="6033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 4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606BB1F-5C9D-913E-47E2-4E48D61AE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استفاده از رویدادها برای </a:t>
            </a:r>
            <a:r>
              <a:rPr lang="en-US" dirty="0"/>
              <a:t>Notification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FCDE8B7-592F-267C-B9E0-42C32344B4D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44918" y="1232083"/>
            <a:ext cx="9983788" cy="891251"/>
          </a:xfrm>
        </p:spPr>
        <p:txBody>
          <a:bodyPr/>
          <a:lstStyle/>
          <a:p>
            <a:pPr marL="0" indent="0" algn="r">
              <a:buNone/>
            </a:pPr>
            <a:r>
              <a:rPr lang="fa-IR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با پیچیده تر شدن سیستم ها، قابلیت اتصال (</a:t>
            </a:r>
            <a:r>
              <a:rPr lang="en-US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Pluggability) </a:t>
            </a:r>
            <a:r>
              <a:rPr lang="fa-IR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اهمیت بیشتری پیدا می کند.</a:t>
            </a:r>
          </a:p>
          <a:p>
            <a:pPr marL="0" indent="0" algn="r">
              <a:buNone/>
            </a:pPr>
            <a:r>
              <a:rPr lang="fa-IR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مثال : اضافه شدن یک سرویس قسمت گذاری</a:t>
            </a:r>
            <a:endParaRPr lang="fa-IR" sz="1800" b="1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B Nazanin" panose="00000400000000000000" pitchFamily="2" charset="-7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AE9C5B-BCCE-6033-EF31-6806C40900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0547" y="1875281"/>
            <a:ext cx="7479434" cy="3920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6337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5">
            <a:extLst>
              <a:ext uri="{FF2B5EF4-FFF2-40B4-BE49-F238E27FC236}">
                <a16:creationId xmlns:a16="http://schemas.microsoft.com/office/drawing/2014/main" id="{37ECAAD8-9B74-4322-A2D6-0AA41C128BDA}"/>
              </a:ext>
            </a:extLst>
          </p:cNvPr>
          <p:cNvSpPr/>
          <p:nvPr/>
        </p:nvSpPr>
        <p:spPr>
          <a:xfrm>
            <a:off x="8940661" y="2213991"/>
            <a:ext cx="2880000" cy="3240000"/>
          </a:xfrm>
          <a:custGeom>
            <a:avLst/>
            <a:gdLst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1066534"/>
              <a:gd name="connsiteX1" fmla="*/ 450000 w 900000"/>
              <a:gd name="connsiteY1" fmla="*/ 70413 h 1066534"/>
              <a:gd name="connsiteX2" fmla="*/ 900000 w 900000"/>
              <a:gd name="connsiteY2" fmla="*/ 520413 h 1066534"/>
              <a:gd name="connsiteX3" fmla="*/ 450000 w 900000"/>
              <a:gd name="connsiteY3" fmla="*/ 970413 h 1066534"/>
              <a:gd name="connsiteX4" fmla="*/ 0 w 900000"/>
              <a:gd name="connsiteY4" fmla="*/ 520413 h 1066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000" h="1066534">
                <a:moveTo>
                  <a:pt x="0" y="520413"/>
                </a:moveTo>
                <a:cubicBezTo>
                  <a:pt x="0" y="370413"/>
                  <a:pt x="513988" y="313481"/>
                  <a:pt x="450000" y="70413"/>
                </a:cubicBezTo>
                <a:cubicBezTo>
                  <a:pt x="386012" y="-172655"/>
                  <a:pt x="900000" y="271885"/>
                  <a:pt x="900000" y="520413"/>
                </a:cubicBezTo>
                <a:cubicBezTo>
                  <a:pt x="900000" y="768941"/>
                  <a:pt x="559631" y="635795"/>
                  <a:pt x="450000" y="970413"/>
                </a:cubicBezTo>
                <a:cubicBezTo>
                  <a:pt x="340369" y="1305031"/>
                  <a:pt x="0" y="670413"/>
                  <a:pt x="0" y="520413"/>
                </a:cubicBezTo>
                <a:close/>
              </a:path>
            </a:pathLst>
          </a:custGeom>
          <a:ln w="825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CF94A50-C641-4256-9258-EB7BAC77708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ar-OM" dirty="0"/>
              <a:t>استفاده از رویدادها برای </a:t>
            </a:r>
            <a:r>
              <a:rPr lang="en-US" b="1" dirty="0"/>
              <a:t>State</a:t>
            </a:r>
            <a:r>
              <a:rPr lang="en-US" dirty="0"/>
              <a:t> </a:t>
            </a:r>
            <a:r>
              <a:rPr lang="en-US" b="1" dirty="0"/>
              <a:t>transfer</a:t>
            </a:r>
            <a:endParaRPr lang="ar-OM" b="1" dirty="0"/>
          </a:p>
        </p:txBody>
      </p:sp>
      <p:sp>
        <p:nvSpPr>
          <p:cNvPr id="14" name="Google Shape;4326;p55">
            <a:hlinkClick r:id="rId2" action="ppaction://hlinksldjump"/>
            <a:extLst>
              <a:ext uri="{FF2B5EF4-FFF2-40B4-BE49-F238E27FC236}">
                <a16:creationId xmlns:a16="http://schemas.microsoft.com/office/drawing/2014/main" id="{4FB3B383-4269-4B80-9FEE-4BD9C7DF4481}"/>
              </a:ext>
            </a:extLst>
          </p:cNvPr>
          <p:cNvSpPr/>
          <p:nvPr/>
        </p:nvSpPr>
        <p:spPr>
          <a:xfrm>
            <a:off x="11196893" y="6387218"/>
            <a:ext cx="482052" cy="421088"/>
          </a:xfrm>
          <a:custGeom>
            <a:avLst/>
            <a:gdLst/>
            <a:ahLst/>
            <a:cxnLst/>
            <a:rect l="l" t="t" r="r" b="b"/>
            <a:pathLst>
              <a:path w="11217" h="10342" extrusionOk="0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rgbClr val="003964"/>
          </a:solidFill>
          <a:ln>
            <a:solidFill>
              <a:srgbClr val="003964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Arrow: Chevron 1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FE6680A-2029-49D0-B29E-968D8F3AA60C}"/>
              </a:ext>
            </a:extLst>
          </p:cNvPr>
          <p:cNvSpPr/>
          <p:nvPr/>
        </p:nvSpPr>
        <p:spPr>
          <a:xfrm>
            <a:off x="11776075" y="6457950"/>
            <a:ext cx="292100" cy="350356"/>
          </a:xfrm>
          <a:prstGeom prst="chevron">
            <a:avLst/>
          </a:prstGeom>
          <a:solidFill>
            <a:srgbClr val="3494B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6" name="Arrow: Chevron 1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6C73416F-E029-49D2-AD9A-77EF88151A67}"/>
              </a:ext>
            </a:extLst>
          </p:cNvPr>
          <p:cNvSpPr/>
          <p:nvPr/>
        </p:nvSpPr>
        <p:spPr>
          <a:xfrm flipH="1">
            <a:off x="10807663" y="6457950"/>
            <a:ext cx="292100" cy="350356"/>
          </a:xfrm>
          <a:prstGeom prst="chevron">
            <a:avLst/>
          </a:prstGeom>
          <a:solidFill>
            <a:srgbClr val="3494B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E0B961-B7AF-6805-343E-357B6C10C9BF}"/>
              </a:ext>
            </a:extLst>
          </p:cNvPr>
          <p:cNvSpPr txBox="1"/>
          <p:nvPr/>
        </p:nvSpPr>
        <p:spPr>
          <a:xfrm>
            <a:off x="9585489" y="3485219"/>
            <a:ext cx="11701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4000" dirty="0">
                <a:solidFill>
                  <a:schemeClr val="bg1"/>
                </a:solidFill>
                <a:cs typeface="2  Yekan" panose="00000400000000000000" pitchFamily="2" charset="-78"/>
              </a:rPr>
              <a:t>5</a:t>
            </a:r>
            <a:endParaRPr lang="en-US" sz="40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002DB94-C9BA-CCF0-2EA2-D1736EB9258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36584407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2AD1B79-DA66-4596-8255-1FDDD39706C8}"/>
              </a:ext>
            </a:extLst>
          </p:cNvPr>
          <p:cNvSpPr/>
          <p:nvPr/>
        </p:nvSpPr>
        <p:spPr>
          <a:xfrm>
            <a:off x="10949651" y="0"/>
            <a:ext cx="12423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Oval 5">
            <a:hlinkClick r:id="" action="ppaction://noaction"/>
            <a:extLst>
              <a:ext uri="{FF2B5EF4-FFF2-40B4-BE49-F238E27FC236}">
                <a16:creationId xmlns:a16="http://schemas.microsoft.com/office/drawing/2014/main" id="{0ED7747D-6A7B-4CCC-83D4-A71F1417D613}"/>
              </a:ext>
            </a:extLst>
          </p:cNvPr>
          <p:cNvSpPr/>
          <p:nvPr/>
        </p:nvSpPr>
        <p:spPr>
          <a:xfrm>
            <a:off x="10377814" y="5551986"/>
            <a:ext cx="1074211" cy="1164619"/>
          </a:xfrm>
          <a:custGeom>
            <a:avLst/>
            <a:gdLst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1066534"/>
              <a:gd name="connsiteX1" fmla="*/ 450000 w 900000"/>
              <a:gd name="connsiteY1" fmla="*/ 70413 h 1066534"/>
              <a:gd name="connsiteX2" fmla="*/ 900000 w 900000"/>
              <a:gd name="connsiteY2" fmla="*/ 520413 h 1066534"/>
              <a:gd name="connsiteX3" fmla="*/ 450000 w 900000"/>
              <a:gd name="connsiteY3" fmla="*/ 970413 h 1066534"/>
              <a:gd name="connsiteX4" fmla="*/ 0 w 900000"/>
              <a:gd name="connsiteY4" fmla="*/ 520413 h 1066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000" h="1066534">
                <a:moveTo>
                  <a:pt x="0" y="520413"/>
                </a:moveTo>
                <a:cubicBezTo>
                  <a:pt x="0" y="370413"/>
                  <a:pt x="513988" y="313481"/>
                  <a:pt x="450000" y="70413"/>
                </a:cubicBezTo>
                <a:cubicBezTo>
                  <a:pt x="386012" y="-172655"/>
                  <a:pt x="900000" y="271885"/>
                  <a:pt x="900000" y="520413"/>
                </a:cubicBezTo>
                <a:cubicBezTo>
                  <a:pt x="900000" y="768941"/>
                  <a:pt x="559631" y="635795"/>
                  <a:pt x="450000" y="970413"/>
                </a:cubicBezTo>
                <a:cubicBezTo>
                  <a:pt x="340369" y="1305031"/>
                  <a:pt x="0" y="670413"/>
                  <a:pt x="0" y="520413"/>
                </a:cubicBezTo>
                <a:close/>
              </a:path>
            </a:pathLst>
          </a:custGeom>
          <a:ln w="825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hlinkClick r:id="rId3" action="ppaction://hlinksldjump"/>
            <a:extLst>
              <a:ext uri="{FF2B5EF4-FFF2-40B4-BE49-F238E27FC236}">
                <a16:creationId xmlns:a16="http://schemas.microsoft.com/office/drawing/2014/main" id="{895D0454-B753-4156-AC91-7D89D65BCB12}"/>
              </a:ext>
            </a:extLst>
          </p:cNvPr>
          <p:cNvSpPr/>
          <p:nvPr/>
        </p:nvSpPr>
        <p:spPr>
          <a:xfrm>
            <a:off x="11222860" y="442177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hlinkClick r:id="rId3" action="ppaction://hlinksldjump"/>
            <a:extLst>
              <a:ext uri="{FF2B5EF4-FFF2-40B4-BE49-F238E27FC236}">
                <a16:creationId xmlns:a16="http://schemas.microsoft.com/office/drawing/2014/main" id="{D483744C-7F6C-4EA7-BD60-B24391BBC60D}"/>
              </a:ext>
            </a:extLst>
          </p:cNvPr>
          <p:cNvSpPr/>
          <p:nvPr/>
        </p:nvSpPr>
        <p:spPr>
          <a:xfrm>
            <a:off x="11244080" y="451822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 35">
            <a:hlinkClick r:id="rId4" action="ppaction://hlinksldjump"/>
            <a:extLst>
              <a:ext uri="{FF2B5EF4-FFF2-40B4-BE49-F238E27FC236}">
                <a16:creationId xmlns:a16="http://schemas.microsoft.com/office/drawing/2014/main" id="{F18C3F00-7625-4CDD-809D-937754732EE1}"/>
              </a:ext>
            </a:extLst>
          </p:cNvPr>
          <p:cNvSpPr/>
          <p:nvPr/>
        </p:nvSpPr>
        <p:spPr>
          <a:xfrm>
            <a:off x="11220931" y="1746859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Rectangle 47">
            <a:hlinkClick r:id="" action="ppaction://noaction"/>
            <a:extLst>
              <a:ext uri="{FF2B5EF4-FFF2-40B4-BE49-F238E27FC236}">
                <a16:creationId xmlns:a16="http://schemas.microsoft.com/office/drawing/2014/main" id="{AF13F496-C933-46B4-BE8A-781277926E29}"/>
              </a:ext>
            </a:extLst>
          </p:cNvPr>
          <p:cNvSpPr/>
          <p:nvPr/>
        </p:nvSpPr>
        <p:spPr>
          <a:xfrm>
            <a:off x="11123207" y="4541383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9" name="Rectangle 48">
            <a:hlinkClick r:id="" action="ppaction://noaction"/>
            <a:extLst>
              <a:ext uri="{FF2B5EF4-FFF2-40B4-BE49-F238E27FC236}">
                <a16:creationId xmlns:a16="http://schemas.microsoft.com/office/drawing/2014/main" id="{686AD948-7BFE-40F7-A1D9-619A0B5C906C}"/>
              </a:ext>
            </a:extLst>
          </p:cNvPr>
          <p:cNvSpPr/>
          <p:nvPr/>
        </p:nvSpPr>
        <p:spPr>
          <a:xfrm>
            <a:off x="11244080" y="4490772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Title 57">
            <a:extLst>
              <a:ext uri="{FF2B5EF4-FFF2-40B4-BE49-F238E27FC236}">
                <a16:creationId xmlns:a16="http://schemas.microsoft.com/office/drawing/2014/main" id="{F2A76152-E3D5-48DC-8C09-3C8FFA3C5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OM" dirty="0"/>
              <a:t>استفاده از رویدادها برای </a:t>
            </a:r>
            <a:r>
              <a:rPr lang="en-US" b="1" dirty="0"/>
              <a:t>State</a:t>
            </a:r>
            <a:r>
              <a:rPr lang="en-US" dirty="0"/>
              <a:t> </a:t>
            </a:r>
            <a:r>
              <a:rPr lang="en-US" b="1" dirty="0"/>
              <a:t>transfer</a:t>
            </a:r>
          </a:p>
        </p:txBody>
      </p:sp>
      <p:sp>
        <p:nvSpPr>
          <p:cNvPr id="56" name="Content Placeholder 53">
            <a:extLst>
              <a:ext uri="{FF2B5EF4-FFF2-40B4-BE49-F238E27FC236}">
                <a16:creationId xmlns:a16="http://schemas.microsoft.com/office/drawing/2014/main" id="{35F38CE3-DCBA-4DE4-B81E-D249B0E0D4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181099"/>
            <a:ext cx="9567863" cy="891251"/>
          </a:xfrm>
          <a:prstGeom prst="rect">
            <a:avLst/>
          </a:prstGeom>
        </p:spPr>
        <p:txBody>
          <a:bodyPr/>
          <a:lstStyle/>
          <a:p>
            <a:r>
              <a:rPr lang="ar-SA" sz="1800" b="1" dirty="0">
                <a:solidFill>
                  <a:schemeClr val="tx1"/>
                </a:solidFill>
                <a:cs typeface="B Nazanin" panose="00000400000000000000" pitchFamily="2" charset="-78"/>
              </a:rPr>
              <a:t>می‌توانیم از رویدادها به‌عنوان یک نوع انتقال وضعیت </a:t>
            </a:r>
            <a:r>
              <a:rPr lang="en-US" sz="1800" b="1" dirty="0">
                <a:solidFill>
                  <a:schemeClr val="tx1"/>
                </a:solidFill>
                <a:cs typeface="B Nazanin" panose="00000400000000000000" pitchFamily="2" charset="-78"/>
              </a:rPr>
              <a:t>state transfer </a:t>
            </a:r>
            <a:r>
              <a:rPr lang="ar-SA" sz="1800" b="1" dirty="0">
                <a:solidFill>
                  <a:schemeClr val="tx1"/>
                </a:solidFill>
                <a:cs typeface="B Nazanin" panose="00000400000000000000" pitchFamily="2" charset="-78"/>
              </a:rPr>
              <a:t> استفاده کنیم </a:t>
            </a:r>
            <a:r>
              <a:rPr lang="en-US" sz="1800" b="1" dirty="0">
                <a:solidFill>
                  <a:schemeClr val="tx1"/>
                </a:solidFill>
                <a:cs typeface="B Nazanin" panose="00000400000000000000" pitchFamily="2" charset="-78"/>
              </a:rPr>
              <a:t>.</a:t>
            </a:r>
          </a:p>
          <a:p>
            <a:r>
              <a:rPr lang="ar-SA" sz="1800" b="1" dirty="0">
                <a:solidFill>
                  <a:schemeClr val="tx1"/>
                </a:solidFill>
                <a:cs typeface="B Nazanin" panose="00000400000000000000" pitchFamily="2" charset="-78"/>
              </a:rPr>
              <a:t>به طور معمول به این انتقال حالت </a:t>
            </a:r>
            <a:r>
              <a:rPr lang="en-US" sz="1800" b="1" dirty="0">
                <a:solidFill>
                  <a:schemeClr val="tx1"/>
                </a:solidFill>
                <a:cs typeface="B Nazanin" panose="00000400000000000000" pitchFamily="2" charset="-78"/>
              </a:rPr>
              <a:t>event-carried state transfer</a:t>
            </a:r>
            <a:r>
              <a:rPr lang="ar-SA" sz="1800" b="1" dirty="0">
                <a:solidFill>
                  <a:schemeClr val="tx1"/>
                </a:solidFill>
                <a:cs typeface="B Nazanin" panose="00000400000000000000" pitchFamily="2" charset="-78"/>
              </a:rPr>
              <a:t> گفته می شود</a:t>
            </a:r>
            <a:r>
              <a:rPr lang="en-US" sz="1800" b="1" dirty="0">
                <a:solidFill>
                  <a:schemeClr val="tx1"/>
                </a:solidFill>
                <a:cs typeface="B Nazanin" panose="00000400000000000000" pitchFamily="2" charset="-78"/>
              </a:rPr>
              <a:t>.</a:t>
            </a:r>
            <a:endParaRPr lang="ar-OM" sz="1800" b="1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  <p:sp>
        <p:nvSpPr>
          <p:cNvPr id="62" name="Striped Right Arrow 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97DDEF81-5528-4465-A6AB-332E6330C2D2}"/>
              </a:ext>
            </a:extLst>
          </p:cNvPr>
          <p:cNvSpPr/>
          <p:nvPr/>
        </p:nvSpPr>
        <p:spPr>
          <a:xfrm rot="16200000">
            <a:off x="80162" y="5783314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sp>
        <p:nvSpPr>
          <p:cNvPr id="64" name="Striped Right Arrow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F4FE018-A456-4A79-98E0-CFD581FA7436}"/>
              </a:ext>
            </a:extLst>
          </p:cNvPr>
          <p:cNvSpPr/>
          <p:nvPr/>
        </p:nvSpPr>
        <p:spPr>
          <a:xfrm>
            <a:off x="644918" y="6352996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sp>
        <p:nvSpPr>
          <p:cNvPr id="65" name="Content Placeholder 9">
            <a:extLst>
              <a:ext uri="{FF2B5EF4-FFF2-40B4-BE49-F238E27FC236}">
                <a16:creationId xmlns:a16="http://schemas.microsoft.com/office/drawing/2014/main" id="{CA219984-AAB6-4A58-B1C7-849725427265}"/>
              </a:ext>
            </a:extLst>
          </p:cNvPr>
          <p:cNvSpPr txBox="1">
            <a:spLocks/>
          </p:cNvSpPr>
          <p:nvPr/>
        </p:nvSpPr>
        <p:spPr>
          <a:xfrm>
            <a:off x="11569631" y="4909811"/>
            <a:ext cx="445888" cy="2220549"/>
          </a:xfrm>
          <a:prstGeom prst="rect">
            <a:avLst/>
          </a:prstGeom>
          <a:noFill/>
          <a:effectLst>
            <a:outerShdw blurRad="50800" dist="12700" dir="5400000" algn="ctr" rotWithShape="0">
              <a:schemeClr val="accent4">
                <a:lumMod val="20000"/>
                <a:lumOff val="80000"/>
                <a:alpha val="99000"/>
              </a:schemeClr>
            </a:outerShdw>
          </a:effectLst>
        </p:spPr>
        <p:txBody>
          <a:bodyPr vert="vert270" wrap="square" lIns="114108" tIns="57054" rIns="114108" bIns="57054" rtlCol="0">
            <a:spAutoFit/>
          </a:bodyPr>
          <a:lstStyle>
            <a:defPPr>
              <a:defRPr lang="en-US"/>
            </a:defPPr>
            <a:lvl1pPr algn="ctr" rtl="1">
              <a:defRPr sz="2000" b="1">
                <a:ln w="0"/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cs typeface="B Mitra" panose="00000400000000000000" pitchFamily="2" charset="-78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6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4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2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2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State Transfer</a:t>
            </a:r>
            <a:endParaRPr lang="ar-OM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20F776-9033-5032-14CC-2CF1E5B6D2F5}"/>
              </a:ext>
            </a:extLst>
          </p:cNvPr>
          <p:cNvSpPr txBox="1"/>
          <p:nvPr/>
        </p:nvSpPr>
        <p:spPr>
          <a:xfrm>
            <a:off x="11189247" y="515268"/>
            <a:ext cx="809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01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ED9847-EC14-B232-602F-0808A9862CEC}"/>
              </a:ext>
            </a:extLst>
          </p:cNvPr>
          <p:cNvSpPr txBox="1"/>
          <p:nvPr/>
        </p:nvSpPr>
        <p:spPr>
          <a:xfrm>
            <a:off x="11150201" y="1677709"/>
            <a:ext cx="852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02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E6AC1E-1263-8503-4C1E-1D4DE3C425E4}"/>
              </a:ext>
            </a:extLst>
          </p:cNvPr>
          <p:cNvSpPr txBox="1"/>
          <p:nvPr/>
        </p:nvSpPr>
        <p:spPr>
          <a:xfrm>
            <a:off x="11150201" y="2880845"/>
            <a:ext cx="860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03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64ABE1-D7AF-F49B-1A97-711D19589E6D}"/>
              </a:ext>
            </a:extLst>
          </p:cNvPr>
          <p:cNvSpPr txBox="1"/>
          <p:nvPr/>
        </p:nvSpPr>
        <p:spPr>
          <a:xfrm>
            <a:off x="11097949" y="4079542"/>
            <a:ext cx="860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04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1C638A-67E6-086A-4372-4022B3A9C871}"/>
              </a:ext>
            </a:extLst>
          </p:cNvPr>
          <p:cNvSpPr txBox="1"/>
          <p:nvPr/>
        </p:nvSpPr>
        <p:spPr>
          <a:xfrm>
            <a:off x="10591691" y="5846699"/>
            <a:ext cx="860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5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3529463-CD4C-CE7B-3EC7-41C5C72047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2121" y="2057717"/>
            <a:ext cx="6817706" cy="361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0507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2AD1B79-DA66-4596-8255-1FDDD39706C8}"/>
              </a:ext>
            </a:extLst>
          </p:cNvPr>
          <p:cNvSpPr/>
          <p:nvPr/>
        </p:nvSpPr>
        <p:spPr>
          <a:xfrm>
            <a:off x="10949651" y="0"/>
            <a:ext cx="12423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Oval 5">
            <a:hlinkClick r:id="" action="ppaction://noaction"/>
            <a:extLst>
              <a:ext uri="{FF2B5EF4-FFF2-40B4-BE49-F238E27FC236}">
                <a16:creationId xmlns:a16="http://schemas.microsoft.com/office/drawing/2014/main" id="{0ED7747D-6A7B-4CCC-83D4-A71F1417D613}"/>
              </a:ext>
            </a:extLst>
          </p:cNvPr>
          <p:cNvSpPr/>
          <p:nvPr/>
        </p:nvSpPr>
        <p:spPr>
          <a:xfrm>
            <a:off x="10377814" y="5551986"/>
            <a:ext cx="1074211" cy="1164619"/>
          </a:xfrm>
          <a:custGeom>
            <a:avLst/>
            <a:gdLst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1066534"/>
              <a:gd name="connsiteX1" fmla="*/ 450000 w 900000"/>
              <a:gd name="connsiteY1" fmla="*/ 70413 h 1066534"/>
              <a:gd name="connsiteX2" fmla="*/ 900000 w 900000"/>
              <a:gd name="connsiteY2" fmla="*/ 520413 h 1066534"/>
              <a:gd name="connsiteX3" fmla="*/ 450000 w 900000"/>
              <a:gd name="connsiteY3" fmla="*/ 970413 h 1066534"/>
              <a:gd name="connsiteX4" fmla="*/ 0 w 900000"/>
              <a:gd name="connsiteY4" fmla="*/ 520413 h 1066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000" h="1066534">
                <a:moveTo>
                  <a:pt x="0" y="520413"/>
                </a:moveTo>
                <a:cubicBezTo>
                  <a:pt x="0" y="370413"/>
                  <a:pt x="513988" y="313481"/>
                  <a:pt x="450000" y="70413"/>
                </a:cubicBezTo>
                <a:cubicBezTo>
                  <a:pt x="386012" y="-172655"/>
                  <a:pt x="900000" y="271885"/>
                  <a:pt x="900000" y="520413"/>
                </a:cubicBezTo>
                <a:cubicBezTo>
                  <a:pt x="900000" y="768941"/>
                  <a:pt x="559631" y="635795"/>
                  <a:pt x="450000" y="970413"/>
                </a:cubicBezTo>
                <a:cubicBezTo>
                  <a:pt x="340369" y="1305031"/>
                  <a:pt x="0" y="670413"/>
                  <a:pt x="0" y="520413"/>
                </a:cubicBezTo>
                <a:close/>
              </a:path>
            </a:pathLst>
          </a:custGeom>
          <a:ln w="825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hlinkClick r:id="rId3" action="ppaction://hlinksldjump"/>
            <a:extLst>
              <a:ext uri="{FF2B5EF4-FFF2-40B4-BE49-F238E27FC236}">
                <a16:creationId xmlns:a16="http://schemas.microsoft.com/office/drawing/2014/main" id="{895D0454-B753-4156-AC91-7D89D65BCB12}"/>
              </a:ext>
            </a:extLst>
          </p:cNvPr>
          <p:cNvSpPr/>
          <p:nvPr/>
        </p:nvSpPr>
        <p:spPr>
          <a:xfrm>
            <a:off x="11222860" y="442177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hlinkClick r:id="rId3" action="ppaction://hlinksldjump"/>
            <a:extLst>
              <a:ext uri="{FF2B5EF4-FFF2-40B4-BE49-F238E27FC236}">
                <a16:creationId xmlns:a16="http://schemas.microsoft.com/office/drawing/2014/main" id="{D483744C-7F6C-4EA7-BD60-B24391BBC60D}"/>
              </a:ext>
            </a:extLst>
          </p:cNvPr>
          <p:cNvSpPr/>
          <p:nvPr/>
        </p:nvSpPr>
        <p:spPr>
          <a:xfrm>
            <a:off x="11244080" y="451822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 35">
            <a:hlinkClick r:id="rId4" action="ppaction://hlinksldjump"/>
            <a:extLst>
              <a:ext uri="{FF2B5EF4-FFF2-40B4-BE49-F238E27FC236}">
                <a16:creationId xmlns:a16="http://schemas.microsoft.com/office/drawing/2014/main" id="{F18C3F00-7625-4CDD-809D-937754732EE1}"/>
              </a:ext>
            </a:extLst>
          </p:cNvPr>
          <p:cNvSpPr/>
          <p:nvPr/>
        </p:nvSpPr>
        <p:spPr>
          <a:xfrm>
            <a:off x="11220931" y="1746859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Rectangle 47">
            <a:hlinkClick r:id="" action="ppaction://noaction"/>
            <a:extLst>
              <a:ext uri="{FF2B5EF4-FFF2-40B4-BE49-F238E27FC236}">
                <a16:creationId xmlns:a16="http://schemas.microsoft.com/office/drawing/2014/main" id="{AF13F496-C933-46B4-BE8A-781277926E29}"/>
              </a:ext>
            </a:extLst>
          </p:cNvPr>
          <p:cNvSpPr/>
          <p:nvPr/>
        </p:nvSpPr>
        <p:spPr>
          <a:xfrm>
            <a:off x="11123207" y="4541383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9" name="Rectangle 48">
            <a:hlinkClick r:id="" action="ppaction://noaction"/>
            <a:extLst>
              <a:ext uri="{FF2B5EF4-FFF2-40B4-BE49-F238E27FC236}">
                <a16:creationId xmlns:a16="http://schemas.microsoft.com/office/drawing/2014/main" id="{686AD948-7BFE-40F7-A1D9-619A0B5C906C}"/>
              </a:ext>
            </a:extLst>
          </p:cNvPr>
          <p:cNvSpPr/>
          <p:nvPr/>
        </p:nvSpPr>
        <p:spPr>
          <a:xfrm>
            <a:off x="11244080" y="4490772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Title 57">
            <a:extLst>
              <a:ext uri="{FF2B5EF4-FFF2-40B4-BE49-F238E27FC236}">
                <a16:creationId xmlns:a16="http://schemas.microsoft.com/office/drawing/2014/main" id="{F2A76152-E3D5-48DC-8C09-3C8FFA3C5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مزایای </a:t>
            </a:r>
            <a:r>
              <a:rPr lang="en-US" sz="2400" b="1" dirty="0">
                <a:cs typeface="B Nazanin" panose="00000400000000000000" pitchFamily="2" charset="-78"/>
              </a:rPr>
              <a:t>Event-carried state transfer</a:t>
            </a:r>
            <a:r>
              <a:rPr lang="fa-IR" sz="2400" b="1" dirty="0">
                <a:cs typeface="B Nazanin" panose="00000400000000000000" pitchFamily="2" charset="-78"/>
              </a:rPr>
              <a:t> و رویکرد </a:t>
            </a:r>
            <a:r>
              <a:rPr lang="en-US" sz="2400" b="1" dirty="0">
                <a:cs typeface="B Nazanin" panose="00000400000000000000" pitchFamily="2" charset="-78"/>
              </a:rPr>
              <a:t>Request-Response</a:t>
            </a:r>
            <a:r>
              <a:rPr lang="ar-SA" sz="2400" b="1" dirty="0">
                <a:cs typeface="B Nazanin" panose="00000400000000000000" pitchFamily="2" charset="-78"/>
              </a:rPr>
              <a:t> </a:t>
            </a:r>
            <a:endParaRPr lang="en-US" b="1" dirty="0">
              <a:cs typeface="B Nazanin" panose="00000400000000000000" pitchFamily="2" charset="-78"/>
            </a:endParaRPr>
          </a:p>
        </p:txBody>
      </p:sp>
      <p:sp>
        <p:nvSpPr>
          <p:cNvPr id="56" name="Content Placeholder 53">
            <a:extLst>
              <a:ext uri="{FF2B5EF4-FFF2-40B4-BE49-F238E27FC236}">
                <a16:creationId xmlns:a16="http://schemas.microsoft.com/office/drawing/2014/main" id="{35F38CE3-DCBA-4DE4-B81E-D249B0E0D4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181099"/>
            <a:ext cx="9567863" cy="891251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endParaRPr lang="ar-OM" sz="1800" b="1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  <p:sp>
        <p:nvSpPr>
          <p:cNvPr id="62" name="Striped Right Arrow 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97DDEF81-5528-4465-A6AB-332E6330C2D2}"/>
              </a:ext>
            </a:extLst>
          </p:cNvPr>
          <p:cNvSpPr/>
          <p:nvPr/>
        </p:nvSpPr>
        <p:spPr>
          <a:xfrm rot="16200000">
            <a:off x="80162" y="5783314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sp>
        <p:nvSpPr>
          <p:cNvPr id="64" name="Striped Right Arrow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F4FE018-A456-4A79-98E0-CFD581FA7436}"/>
              </a:ext>
            </a:extLst>
          </p:cNvPr>
          <p:cNvSpPr/>
          <p:nvPr/>
        </p:nvSpPr>
        <p:spPr>
          <a:xfrm>
            <a:off x="644918" y="6352996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sp>
        <p:nvSpPr>
          <p:cNvPr id="65" name="Content Placeholder 9">
            <a:extLst>
              <a:ext uri="{FF2B5EF4-FFF2-40B4-BE49-F238E27FC236}">
                <a16:creationId xmlns:a16="http://schemas.microsoft.com/office/drawing/2014/main" id="{CA219984-AAB6-4A58-B1C7-849725427265}"/>
              </a:ext>
            </a:extLst>
          </p:cNvPr>
          <p:cNvSpPr txBox="1">
            <a:spLocks/>
          </p:cNvSpPr>
          <p:nvPr/>
        </p:nvSpPr>
        <p:spPr>
          <a:xfrm>
            <a:off x="11569631" y="4909811"/>
            <a:ext cx="445888" cy="2220549"/>
          </a:xfrm>
          <a:prstGeom prst="rect">
            <a:avLst/>
          </a:prstGeom>
          <a:noFill/>
          <a:effectLst>
            <a:outerShdw blurRad="50800" dist="12700" dir="5400000" algn="ctr" rotWithShape="0">
              <a:schemeClr val="accent4">
                <a:lumMod val="20000"/>
                <a:lumOff val="80000"/>
                <a:alpha val="99000"/>
              </a:schemeClr>
            </a:outerShdw>
          </a:effectLst>
        </p:spPr>
        <p:txBody>
          <a:bodyPr vert="vert270" wrap="square" lIns="114108" tIns="57054" rIns="114108" bIns="57054" rtlCol="0">
            <a:spAutoFit/>
          </a:bodyPr>
          <a:lstStyle>
            <a:defPPr>
              <a:defRPr lang="en-US"/>
            </a:defPPr>
            <a:lvl1pPr algn="ctr" rtl="1">
              <a:defRPr sz="2000" b="1">
                <a:ln w="0"/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cs typeface="B Mitra" panose="00000400000000000000" pitchFamily="2" charset="-78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6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4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2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2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State Transfer</a:t>
            </a:r>
            <a:endParaRPr lang="ar-OM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20F776-9033-5032-14CC-2CF1E5B6D2F5}"/>
              </a:ext>
            </a:extLst>
          </p:cNvPr>
          <p:cNvSpPr txBox="1"/>
          <p:nvPr/>
        </p:nvSpPr>
        <p:spPr>
          <a:xfrm>
            <a:off x="11189247" y="515268"/>
            <a:ext cx="809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01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ED9847-EC14-B232-602F-0808A9862CEC}"/>
              </a:ext>
            </a:extLst>
          </p:cNvPr>
          <p:cNvSpPr txBox="1"/>
          <p:nvPr/>
        </p:nvSpPr>
        <p:spPr>
          <a:xfrm>
            <a:off x="11150201" y="1677709"/>
            <a:ext cx="852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02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E6AC1E-1263-8503-4C1E-1D4DE3C425E4}"/>
              </a:ext>
            </a:extLst>
          </p:cNvPr>
          <p:cNvSpPr txBox="1"/>
          <p:nvPr/>
        </p:nvSpPr>
        <p:spPr>
          <a:xfrm>
            <a:off x="11150201" y="2880845"/>
            <a:ext cx="860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03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64ABE1-D7AF-F49B-1A97-711D19589E6D}"/>
              </a:ext>
            </a:extLst>
          </p:cNvPr>
          <p:cNvSpPr txBox="1"/>
          <p:nvPr/>
        </p:nvSpPr>
        <p:spPr>
          <a:xfrm>
            <a:off x="11097949" y="4079542"/>
            <a:ext cx="860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04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1C638A-67E6-086A-4372-4022B3A9C871}"/>
              </a:ext>
            </a:extLst>
          </p:cNvPr>
          <p:cNvSpPr txBox="1"/>
          <p:nvPr/>
        </p:nvSpPr>
        <p:spPr>
          <a:xfrm>
            <a:off x="10591691" y="5846699"/>
            <a:ext cx="860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5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72" name="TextBox 5">
            <a:extLst>
              <a:ext uri="{FF2B5EF4-FFF2-40B4-BE49-F238E27FC236}">
                <a16:creationId xmlns:a16="http://schemas.microsoft.com/office/drawing/2014/main" id="{57260AC7-1404-E814-C7AB-DFBADD885A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7867" y="2566909"/>
            <a:ext cx="963726" cy="73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imes New Roman" panose="020F0302020204030203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F0302020204030203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F0302020204030203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F0302020204030203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F0302020204030203" pitchFamily="34" charset="0"/>
                <a:ea typeface="MS PGothic" panose="020B0600070205080204" pitchFamily="34" charset="-128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F0302020204030203" pitchFamily="34" charset="0"/>
                <a:ea typeface="MS PGothic" panose="020B0600070205080204" pitchFamily="34" charset="-128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F0302020204030203" pitchFamily="34" charset="0"/>
                <a:ea typeface="MS PGothic" panose="020B0600070205080204" pitchFamily="34" charset="-128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F0302020204030203" pitchFamily="34" charset="0"/>
                <a:ea typeface="MS PGothic" panose="020B0600070205080204" pitchFamily="34" charset="-128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F0302020204030203" pitchFamily="34" charset="0"/>
                <a:ea typeface="MS PGothic" panose="020B0600070205080204" pitchFamily="34" charset="-128"/>
              </a:defRPr>
            </a:lvl9pPr>
          </a:lstStyle>
          <a:p>
            <a:pPr lvl="0" algn="ctr" rtl="1"/>
            <a:r>
              <a:rPr lang="en-US" altLang="es-MX" sz="2400" b="1" dirty="0">
                <a:solidFill>
                  <a:schemeClr val="bg1"/>
                </a:solidFill>
                <a:latin typeface="Tahoma"/>
                <a:ea typeface="+mn-ea"/>
                <a:cs typeface="B Mitra" panose="00000400000000000000" pitchFamily="2" charset="-78"/>
              </a:rPr>
              <a:t>ECST</a:t>
            </a:r>
            <a:endParaRPr lang="id-ID" altLang="es-MX" sz="2400" b="1" dirty="0">
              <a:solidFill>
                <a:schemeClr val="bg1"/>
              </a:solidFill>
              <a:latin typeface="Tahoma"/>
              <a:ea typeface="+mn-ea"/>
              <a:cs typeface="B Mitra" panose="00000400000000000000" pitchFamily="2" charset="-78"/>
            </a:endParaRPr>
          </a:p>
          <a:p>
            <a:pPr algn="ctr" rtl="1"/>
            <a:endParaRPr lang="en-US" altLang="es-MX" sz="1800" b="1" dirty="0">
              <a:solidFill>
                <a:schemeClr val="bg1"/>
              </a:solidFill>
              <a:latin typeface="+mn-lt"/>
              <a:cs typeface="B Mitra" panose="00000400000000000000" pitchFamily="2" charset="-78"/>
            </a:endParaRP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CFA4D695-2F2E-C024-0260-66F73EA62FB5}"/>
              </a:ext>
            </a:extLst>
          </p:cNvPr>
          <p:cNvGrpSpPr/>
          <p:nvPr/>
        </p:nvGrpSpPr>
        <p:grpSpPr>
          <a:xfrm>
            <a:off x="973315" y="1399367"/>
            <a:ext cx="9222883" cy="4305694"/>
            <a:chOff x="973315" y="1399367"/>
            <a:chExt cx="7308101" cy="3411780"/>
          </a:xfrm>
        </p:grpSpPr>
        <p:sp>
          <p:nvSpPr>
            <p:cNvPr id="74" name="Freeform 1">
              <a:extLst>
                <a:ext uri="{FF2B5EF4-FFF2-40B4-BE49-F238E27FC236}">
                  <a16:creationId xmlns:a16="http://schemas.microsoft.com/office/drawing/2014/main" id="{8D0224A6-E428-1E31-D701-F7BC9AC75C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2537" y="1611935"/>
              <a:ext cx="1303316" cy="1477253"/>
            </a:xfrm>
            <a:custGeom>
              <a:avLst/>
              <a:gdLst>
                <a:gd name="T0" fmla="*/ 3600527 w 13312"/>
                <a:gd name="T1" fmla="*/ 3118971 h 15376"/>
                <a:gd name="T2" fmla="*/ 1800399 w 13312"/>
                <a:gd name="T3" fmla="*/ 4158718 h 15376"/>
                <a:gd name="T4" fmla="*/ 0 w 13312"/>
                <a:gd name="T5" fmla="*/ 3118971 h 15376"/>
                <a:gd name="T6" fmla="*/ 0 w 13312"/>
                <a:gd name="T7" fmla="*/ 1039747 h 15376"/>
                <a:gd name="T8" fmla="*/ 1800399 w 13312"/>
                <a:gd name="T9" fmla="*/ 0 h 15376"/>
                <a:gd name="T10" fmla="*/ 3600527 w 13312"/>
                <a:gd name="T11" fmla="*/ 1039747 h 15376"/>
                <a:gd name="T12" fmla="*/ 3600527 w 13312"/>
                <a:gd name="T13" fmla="*/ 3118971 h 153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312" h="15376">
                  <a:moveTo>
                    <a:pt x="13311" y="11531"/>
                  </a:moveTo>
                  <a:lnTo>
                    <a:pt x="6656" y="15375"/>
                  </a:lnTo>
                  <a:lnTo>
                    <a:pt x="0" y="11531"/>
                  </a:lnTo>
                  <a:lnTo>
                    <a:pt x="0" y="3844"/>
                  </a:lnTo>
                  <a:lnTo>
                    <a:pt x="6656" y="0"/>
                  </a:lnTo>
                  <a:lnTo>
                    <a:pt x="13311" y="3844"/>
                  </a:lnTo>
                  <a:lnTo>
                    <a:pt x="13311" y="11531"/>
                  </a:lnTo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wrap="none" anchor="ctr"/>
            <a:lstStyle/>
            <a:p>
              <a:endParaRPr lang="es-MX" sz="900"/>
            </a:p>
          </p:txBody>
        </p:sp>
        <p:sp>
          <p:nvSpPr>
            <p:cNvPr id="75" name="Freeform 1">
              <a:extLst>
                <a:ext uri="{FF2B5EF4-FFF2-40B4-BE49-F238E27FC236}">
                  <a16:creationId xmlns:a16="http://schemas.microsoft.com/office/drawing/2014/main" id="{8A81B1B8-3CAE-60EE-713F-D82387273B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697" y="1611935"/>
              <a:ext cx="1302741" cy="1477253"/>
            </a:xfrm>
            <a:custGeom>
              <a:avLst/>
              <a:gdLst>
                <a:gd name="T0" fmla="*/ 3600527 w 13312"/>
                <a:gd name="T1" fmla="*/ 3118971 h 15376"/>
                <a:gd name="T2" fmla="*/ 1800399 w 13312"/>
                <a:gd name="T3" fmla="*/ 4158718 h 15376"/>
                <a:gd name="T4" fmla="*/ 0 w 13312"/>
                <a:gd name="T5" fmla="*/ 3118971 h 15376"/>
                <a:gd name="T6" fmla="*/ 0 w 13312"/>
                <a:gd name="T7" fmla="*/ 1039747 h 15376"/>
                <a:gd name="T8" fmla="*/ 1800399 w 13312"/>
                <a:gd name="T9" fmla="*/ 0 h 15376"/>
                <a:gd name="T10" fmla="*/ 3600527 w 13312"/>
                <a:gd name="T11" fmla="*/ 1039747 h 15376"/>
                <a:gd name="T12" fmla="*/ 3600527 w 13312"/>
                <a:gd name="T13" fmla="*/ 3118971 h 153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312" h="15376">
                  <a:moveTo>
                    <a:pt x="13311" y="11531"/>
                  </a:moveTo>
                  <a:lnTo>
                    <a:pt x="6656" y="15375"/>
                  </a:lnTo>
                  <a:lnTo>
                    <a:pt x="0" y="11531"/>
                  </a:lnTo>
                  <a:lnTo>
                    <a:pt x="0" y="3844"/>
                  </a:lnTo>
                  <a:lnTo>
                    <a:pt x="6656" y="0"/>
                  </a:lnTo>
                  <a:lnTo>
                    <a:pt x="13311" y="3844"/>
                  </a:lnTo>
                  <a:lnTo>
                    <a:pt x="13311" y="11531"/>
                  </a:lnTo>
                </a:path>
              </a:pathLst>
            </a:custGeom>
            <a:solidFill>
              <a:srgbClr val="37A9FF"/>
            </a:solidFill>
            <a:ln>
              <a:noFill/>
            </a:ln>
          </p:spPr>
          <p:txBody>
            <a:bodyPr wrap="none" anchor="ctr"/>
            <a:lstStyle/>
            <a:p>
              <a:endParaRPr lang="es-MX" sz="900"/>
            </a:p>
          </p:txBody>
        </p:sp>
        <p:sp>
          <p:nvSpPr>
            <p:cNvPr id="76" name="Freeform 1">
              <a:extLst>
                <a:ext uri="{FF2B5EF4-FFF2-40B4-BE49-F238E27FC236}">
                  <a16:creationId xmlns:a16="http://schemas.microsoft.com/office/drawing/2014/main" id="{94DE30A1-CFEE-938A-CA18-E8AE843C95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2537" y="3089188"/>
              <a:ext cx="1303316" cy="1477253"/>
            </a:xfrm>
            <a:custGeom>
              <a:avLst/>
              <a:gdLst>
                <a:gd name="T0" fmla="*/ 13311 w 13312"/>
                <a:gd name="T1" fmla="*/ 11531 h 15376"/>
                <a:gd name="T2" fmla="*/ 6656 w 13312"/>
                <a:gd name="T3" fmla="*/ 15375 h 15376"/>
                <a:gd name="T4" fmla="*/ 0 w 13312"/>
                <a:gd name="T5" fmla="*/ 11531 h 15376"/>
                <a:gd name="T6" fmla="*/ 0 w 13312"/>
                <a:gd name="T7" fmla="*/ 3844 h 15376"/>
                <a:gd name="T8" fmla="*/ 6656 w 13312"/>
                <a:gd name="T9" fmla="*/ 0 h 15376"/>
                <a:gd name="T10" fmla="*/ 13311 w 13312"/>
                <a:gd name="T11" fmla="*/ 3844 h 15376"/>
                <a:gd name="T12" fmla="*/ 13311 w 13312"/>
                <a:gd name="T13" fmla="*/ 11531 h 15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12" h="15376">
                  <a:moveTo>
                    <a:pt x="13311" y="11531"/>
                  </a:moveTo>
                  <a:lnTo>
                    <a:pt x="6656" y="15375"/>
                  </a:lnTo>
                  <a:lnTo>
                    <a:pt x="0" y="11531"/>
                  </a:lnTo>
                  <a:lnTo>
                    <a:pt x="0" y="3844"/>
                  </a:lnTo>
                  <a:lnTo>
                    <a:pt x="6656" y="0"/>
                  </a:lnTo>
                  <a:lnTo>
                    <a:pt x="13311" y="3844"/>
                  </a:lnTo>
                  <a:lnTo>
                    <a:pt x="13311" y="11531"/>
                  </a:lnTo>
                </a:path>
              </a:pathLst>
            </a:custGeom>
            <a:solidFill>
              <a:srgbClr val="92D050"/>
            </a:solidFill>
            <a:ln>
              <a:noFill/>
            </a:ln>
            <a:effectLst/>
          </p:spPr>
          <p:txBody>
            <a:bodyPr wrap="none" anchor="ctr"/>
            <a:lstStyle/>
            <a:p>
              <a:pPr defTabSz="914217">
                <a:defRPr/>
              </a:pPr>
              <a:endParaRPr lang="en-US" sz="900">
                <a:latin typeface="Times New Roman"/>
              </a:endParaRPr>
            </a:p>
          </p:txBody>
        </p:sp>
        <p:sp>
          <p:nvSpPr>
            <p:cNvPr id="77" name="Freeform 1">
              <a:extLst>
                <a:ext uri="{FF2B5EF4-FFF2-40B4-BE49-F238E27FC236}">
                  <a16:creationId xmlns:a16="http://schemas.microsoft.com/office/drawing/2014/main" id="{CACC0AB3-BB6C-B6DE-337A-16F01860AB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697" y="3089188"/>
              <a:ext cx="1302741" cy="1477253"/>
            </a:xfrm>
            <a:custGeom>
              <a:avLst/>
              <a:gdLst>
                <a:gd name="T0" fmla="*/ 13311 w 13312"/>
                <a:gd name="T1" fmla="*/ 11531 h 15376"/>
                <a:gd name="T2" fmla="*/ 6656 w 13312"/>
                <a:gd name="T3" fmla="*/ 15375 h 15376"/>
                <a:gd name="T4" fmla="*/ 0 w 13312"/>
                <a:gd name="T5" fmla="*/ 11531 h 15376"/>
                <a:gd name="T6" fmla="*/ 0 w 13312"/>
                <a:gd name="T7" fmla="*/ 3844 h 15376"/>
                <a:gd name="T8" fmla="*/ 6656 w 13312"/>
                <a:gd name="T9" fmla="*/ 0 h 15376"/>
                <a:gd name="T10" fmla="*/ 13311 w 13312"/>
                <a:gd name="T11" fmla="*/ 3844 h 15376"/>
                <a:gd name="T12" fmla="*/ 13311 w 13312"/>
                <a:gd name="T13" fmla="*/ 11531 h 15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12" h="15376">
                  <a:moveTo>
                    <a:pt x="13311" y="11531"/>
                  </a:moveTo>
                  <a:lnTo>
                    <a:pt x="6656" y="15375"/>
                  </a:lnTo>
                  <a:lnTo>
                    <a:pt x="0" y="11531"/>
                  </a:lnTo>
                  <a:lnTo>
                    <a:pt x="0" y="3844"/>
                  </a:lnTo>
                  <a:lnTo>
                    <a:pt x="6656" y="0"/>
                  </a:lnTo>
                  <a:lnTo>
                    <a:pt x="13311" y="3844"/>
                  </a:lnTo>
                  <a:lnTo>
                    <a:pt x="13311" y="11531"/>
                  </a:lnTo>
                </a:path>
              </a:pathLst>
            </a:custGeom>
            <a:solidFill>
              <a:srgbClr val="37A9FF"/>
            </a:solidFill>
            <a:ln>
              <a:noFill/>
            </a:ln>
            <a:effectLst/>
          </p:spPr>
          <p:txBody>
            <a:bodyPr wrap="none" anchor="ctr"/>
            <a:lstStyle/>
            <a:p>
              <a:pPr defTabSz="914217">
                <a:defRPr/>
              </a:pPr>
              <a:endParaRPr lang="en-US" sz="900">
                <a:latin typeface="Times New Roman"/>
              </a:endParaRPr>
            </a:p>
          </p:txBody>
        </p:sp>
        <p:sp>
          <p:nvSpPr>
            <p:cNvPr id="78" name="Freeform 1">
              <a:extLst>
                <a:ext uri="{FF2B5EF4-FFF2-40B4-BE49-F238E27FC236}">
                  <a16:creationId xmlns:a16="http://schemas.microsoft.com/office/drawing/2014/main" id="{324E9E7F-0B40-096C-D90A-829F57A7FA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3315" y="2023536"/>
              <a:ext cx="502027" cy="569476"/>
            </a:xfrm>
            <a:custGeom>
              <a:avLst/>
              <a:gdLst>
                <a:gd name="T0" fmla="*/ 13311 w 13312"/>
                <a:gd name="T1" fmla="*/ 11531 h 15376"/>
                <a:gd name="T2" fmla="*/ 6656 w 13312"/>
                <a:gd name="T3" fmla="*/ 15375 h 15376"/>
                <a:gd name="T4" fmla="*/ 0 w 13312"/>
                <a:gd name="T5" fmla="*/ 11531 h 15376"/>
                <a:gd name="T6" fmla="*/ 0 w 13312"/>
                <a:gd name="T7" fmla="*/ 3844 h 15376"/>
                <a:gd name="T8" fmla="*/ 6656 w 13312"/>
                <a:gd name="T9" fmla="*/ 0 h 15376"/>
                <a:gd name="T10" fmla="*/ 13311 w 13312"/>
                <a:gd name="T11" fmla="*/ 3844 h 15376"/>
                <a:gd name="T12" fmla="*/ 13311 w 13312"/>
                <a:gd name="T13" fmla="*/ 11531 h 15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12" h="15376">
                  <a:moveTo>
                    <a:pt x="13311" y="11531"/>
                  </a:moveTo>
                  <a:lnTo>
                    <a:pt x="6656" y="15375"/>
                  </a:lnTo>
                  <a:lnTo>
                    <a:pt x="0" y="11531"/>
                  </a:lnTo>
                  <a:lnTo>
                    <a:pt x="0" y="3844"/>
                  </a:lnTo>
                  <a:lnTo>
                    <a:pt x="6656" y="0"/>
                  </a:lnTo>
                  <a:lnTo>
                    <a:pt x="13311" y="3844"/>
                  </a:lnTo>
                  <a:lnTo>
                    <a:pt x="13311" y="11531"/>
                  </a:lnTo>
                </a:path>
              </a:pathLst>
            </a:custGeom>
            <a:solidFill>
              <a:srgbClr val="92D050"/>
            </a:solidFill>
            <a:ln>
              <a:noFill/>
            </a:ln>
            <a:effectLst/>
          </p:spPr>
          <p:txBody>
            <a:bodyPr wrap="none" anchor="ctr"/>
            <a:lstStyle/>
            <a:p>
              <a:pPr defTabSz="914217">
                <a:defRPr/>
              </a:pPr>
              <a:endParaRPr lang="en-US" sz="900" dirty="0">
                <a:latin typeface="Times New Roman"/>
              </a:endParaRPr>
            </a:p>
          </p:txBody>
        </p:sp>
        <p:sp>
          <p:nvSpPr>
            <p:cNvPr id="79" name="Freeform 1">
              <a:extLst>
                <a:ext uri="{FF2B5EF4-FFF2-40B4-BE49-F238E27FC236}">
                  <a16:creationId xmlns:a16="http://schemas.microsoft.com/office/drawing/2014/main" id="{FE7A95C8-4E74-69D2-5D63-FA18FBA7FD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3315" y="3602279"/>
              <a:ext cx="502027" cy="569476"/>
            </a:xfrm>
            <a:custGeom>
              <a:avLst/>
              <a:gdLst>
                <a:gd name="T0" fmla="*/ 13311 w 13312"/>
                <a:gd name="T1" fmla="*/ 11531 h 15376"/>
                <a:gd name="T2" fmla="*/ 6656 w 13312"/>
                <a:gd name="T3" fmla="*/ 15375 h 15376"/>
                <a:gd name="T4" fmla="*/ 0 w 13312"/>
                <a:gd name="T5" fmla="*/ 11531 h 15376"/>
                <a:gd name="T6" fmla="*/ 0 w 13312"/>
                <a:gd name="T7" fmla="*/ 3844 h 15376"/>
                <a:gd name="T8" fmla="*/ 6656 w 13312"/>
                <a:gd name="T9" fmla="*/ 0 h 15376"/>
                <a:gd name="T10" fmla="*/ 13311 w 13312"/>
                <a:gd name="T11" fmla="*/ 3844 h 15376"/>
                <a:gd name="T12" fmla="*/ 13311 w 13312"/>
                <a:gd name="T13" fmla="*/ 11531 h 15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12" h="15376">
                  <a:moveTo>
                    <a:pt x="13311" y="11531"/>
                  </a:moveTo>
                  <a:lnTo>
                    <a:pt x="6656" y="15375"/>
                  </a:lnTo>
                  <a:lnTo>
                    <a:pt x="0" y="11531"/>
                  </a:lnTo>
                  <a:lnTo>
                    <a:pt x="0" y="3844"/>
                  </a:lnTo>
                  <a:lnTo>
                    <a:pt x="6656" y="0"/>
                  </a:lnTo>
                  <a:lnTo>
                    <a:pt x="13311" y="3844"/>
                  </a:lnTo>
                  <a:lnTo>
                    <a:pt x="13311" y="11531"/>
                  </a:lnTo>
                </a:path>
              </a:pathLst>
            </a:custGeom>
            <a:solidFill>
              <a:srgbClr val="92D050"/>
            </a:solidFill>
            <a:ln>
              <a:noFill/>
            </a:ln>
            <a:effectLst/>
          </p:spPr>
          <p:txBody>
            <a:bodyPr wrap="none" anchor="ctr"/>
            <a:lstStyle/>
            <a:p>
              <a:pPr defTabSz="914217">
                <a:defRPr/>
              </a:pPr>
              <a:endParaRPr lang="en-US" sz="900">
                <a:latin typeface="Times New Roman"/>
              </a:endParaRPr>
            </a:p>
          </p:txBody>
        </p:sp>
        <p:sp>
          <p:nvSpPr>
            <p:cNvPr id="80" name="Freeform 1">
              <a:extLst>
                <a:ext uri="{FF2B5EF4-FFF2-40B4-BE49-F238E27FC236}">
                  <a16:creationId xmlns:a16="http://schemas.microsoft.com/office/drawing/2014/main" id="{701F31A8-6CD8-AC64-E0EF-5AC8958889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78815" y="2023536"/>
              <a:ext cx="502601" cy="569476"/>
            </a:xfrm>
            <a:custGeom>
              <a:avLst/>
              <a:gdLst>
                <a:gd name="T0" fmla="*/ 13311 w 13312"/>
                <a:gd name="T1" fmla="*/ 11531 h 15376"/>
                <a:gd name="T2" fmla="*/ 6656 w 13312"/>
                <a:gd name="T3" fmla="*/ 15375 h 15376"/>
                <a:gd name="T4" fmla="*/ 0 w 13312"/>
                <a:gd name="T5" fmla="*/ 11531 h 15376"/>
                <a:gd name="T6" fmla="*/ 0 w 13312"/>
                <a:gd name="T7" fmla="*/ 3844 h 15376"/>
                <a:gd name="T8" fmla="*/ 6656 w 13312"/>
                <a:gd name="T9" fmla="*/ 0 h 15376"/>
                <a:gd name="T10" fmla="*/ 13311 w 13312"/>
                <a:gd name="T11" fmla="*/ 3844 h 15376"/>
                <a:gd name="T12" fmla="*/ 13311 w 13312"/>
                <a:gd name="T13" fmla="*/ 11531 h 15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12" h="15376">
                  <a:moveTo>
                    <a:pt x="13311" y="11531"/>
                  </a:moveTo>
                  <a:lnTo>
                    <a:pt x="6656" y="15375"/>
                  </a:lnTo>
                  <a:lnTo>
                    <a:pt x="0" y="11531"/>
                  </a:lnTo>
                  <a:lnTo>
                    <a:pt x="0" y="3844"/>
                  </a:lnTo>
                  <a:lnTo>
                    <a:pt x="6656" y="0"/>
                  </a:lnTo>
                  <a:lnTo>
                    <a:pt x="13311" y="3844"/>
                  </a:lnTo>
                  <a:lnTo>
                    <a:pt x="13311" y="11531"/>
                  </a:lnTo>
                </a:path>
              </a:pathLst>
            </a:custGeom>
            <a:solidFill>
              <a:srgbClr val="37A9FF"/>
            </a:solidFill>
            <a:ln>
              <a:noFill/>
            </a:ln>
            <a:effectLst/>
          </p:spPr>
          <p:txBody>
            <a:bodyPr wrap="none" anchor="ctr"/>
            <a:lstStyle/>
            <a:p>
              <a:pPr defTabSz="914217">
                <a:defRPr/>
              </a:pPr>
              <a:endParaRPr lang="en-US" sz="900" dirty="0">
                <a:latin typeface="Times New Roman"/>
              </a:endParaRPr>
            </a:p>
          </p:txBody>
        </p:sp>
        <p:sp>
          <p:nvSpPr>
            <p:cNvPr id="81" name="Freeform 1">
              <a:extLst>
                <a:ext uri="{FF2B5EF4-FFF2-40B4-BE49-F238E27FC236}">
                  <a16:creationId xmlns:a16="http://schemas.microsoft.com/office/drawing/2014/main" id="{ECE0E370-AC61-567B-51AE-ADE581BCD7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78815" y="3602279"/>
              <a:ext cx="502601" cy="569476"/>
            </a:xfrm>
            <a:custGeom>
              <a:avLst/>
              <a:gdLst>
                <a:gd name="T0" fmla="*/ 13311 w 13312"/>
                <a:gd name="T1" fmla="*/ 11531 h 15376"/>
                <a:gd name="T2" fmla="*/ 6656 w 13312"/>
                <a:gd name="T3" fmla="*/ 15375 h 15376"/>
                <a:gd name="T4" fmla="*/ 0 w 13312"/>
                <a:gd name="T5" fmla="*/ 11531 h 15376"/>
                <a:gd name="T6" fmla="*/ 0 w 13312"/>
                <a:gd name="T7" fmla="*/ 3844 h 15376"/>
                <a:gd name="T8" fmla="*/ 6656 w 13312"/>
                <a:gd name="T9" fmla="*/ 0 h 15376"/>
                <a:gd name="T10" fmla="*/ 13311 w 13312"/>
                <a:gd name="T11" fmla="*/ 3844 h 15376"/>
                <a:gd name="T12" fmla="*/ 13311 w 13312"/>
                <a:gd name="T13" fmla="*/ 11531 h 15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12" h="15376">
                  <a:moveTo>
                    <a:pt x="13311" y="11531"/>
                  </a:moveTo>
                  <a:lnTo>
                    <a:pt x="6656" y="15375"/>
                  </a:lnTo>
                  <a:lnTo>
                    <a:pt x="0" y="11531"/>
                  </a:lnTo>
                  <a:lnTo>
                    <a:pt x="0" y="3844"/>
                  </a:lnTo>
                  <a:lnTo>
                    <a:pt x="6656" y="0"/>
                  </a:lnTo>
                  <a:lnTo>
                    <a:pt x="13311" y="3844"/>
                  </a:lnTo>
                  <a:lnTo>
                    <a:pt x="13311" y="11531"/>
                  </a:lnTo>
                </a:path>
              </a:pathLst>
            </a:custGeom>
            <a:solidFill>
              <a:srgbClr val="37A9FF"/>
            </a:solidFill>
            <a:ln>
              <a:noFill/>
            </a:ln>
            <a:effectLst/>
          </p:spPr>
          <p:txBody>
            <a:bodyPr wrap="none" anchor="ctr"/>
            <a:lstStyle/>
            <a:p>
              <a:pPr defTabSz="914217">
                <a:defRPr/>
              </a:pPr>
              <a:endParaRPr lang="en-US" sz="900">
                <a:latin typeface="Times New Roman"/>
              </a:endParaRPr>
            </a:p>
          </p:txBody>
        </p:sp>
        <p:sp>
          <p:nvSpPr>
            <p:cNvPr id="82" name="TextBox 5">
              <a:extLst>
                <a:ext uri="{FF2B5EF4-FFF2-40B4-BE49-F238E27FC236}">
                  <a16:creationId xmlns:a16="http://schemas.microsoft.com/office/drawing/2014/main" id="{DB188920-E584-22C1-B4FC-53D62144AE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1167" y="2203753"/>
              <a:ext cx="1312372" cy="5365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5pPr>
              <a:lvl6pPr marL="25146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6pPr>
              <a:lvl7pPr marL="29718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7pPr>
              <a:lvl8pPr marL="34290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8pPr>
              <a:lvl9pPr marL="38862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9pPr>
            </a:lstStyle>
            <a:p>
              <a:pPr lvl="0" algn="ctr" rtl="1"/>
              <a:r>
                <a:rPr lang="fa-IR" altLang="es-MX" sz="2000" b="1" dirty="0">
                  <a:latin typeface="Tahoma"/>
                  <a:ea typeface="+mn-ea"/>
                  <a:cs typeface="B Nazanin" panose="00000400000000000000" pitchFamily="2" charset="-78"/>
                </a:rPr>
                <a:t>درخواست-پاسخ</a:t>
              </a:r>
              <a:endParaRPr lang="id-ID" altLang="es-MX" sz="2400" b="1" dirty="0">
                <a:latin typeface="Tahoma"/>
                <a:ea typeface="+mn-ea"/>
                <a:cs typeface="B Nazanin" panose="00000400000000000000" pitchFamily="2" charset="-78"/>
              </a:endParaRPr>
            </a:p>
            <a:p>
              <a:pPr algn="ctr" rtl="1"/>
              <a:endParaRPr lang="en-US" altLang="es-MX" sz="1800" b="1" dirty="0">
                <a:latin typeface="+mn-lt"/>
                <a:cs typeface="B Mitra" panose="00000400000000000000" pitchFamily="2" charset="-78"/>
              </a:endParaRPr>
            </a:p>
          </p:txBody>
        </p:sp>
        <p:sp>
          <p:nvSpPr>
            <p:cNvPr id="83" name="TextBox 32">
              <a:extLst>
                <a:ext uri="{FF2B5EF4-FFF2-40B4-BE49-F238E27FC236}">
                  <a16:creationId xmlns:a16="http://schemas.microsoft.com/office/drawing/2014/main" id="{DC523D59-8602-752C-DBBB-076CB1A270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8956" y="2133587"/>
              <a:ext cx="1780215" cy="2926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5pPr>
              <a:lvl6pPr marL="25146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6pPr>
              <a:lvl7pPr marL="29718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7pPr>
              <a:lvl8pPr marL="34290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8pPr>
              <a:lvl9pPr marL="38862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9pPr>
            </a:lstStyle>
            <a:p>
              <a:pPr algn="ctr" rtl="1"/>
              <a:r>
                <a:rPr lang="fa-IR" sz="18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سادگی و کنترل متمرکز</a:t>
              </a:r>
              <a:endParaRPr lang="en-US" sz="1400" b="1" dirty="0">
                <a:cs typeface="B Lotus" pitchFamily="2" charset="-78"/>
              </a:endParaRPr>
            </a:p>
          </p:txBody>
        </p:sp>
        <p:sp>
          <p:nvSpPr>
            <p:cNvPr id="84" name="TextBox 34">
              <a:extLst>
                <a:ext uri="{FF2B5EF4-FFF2-40B4-BE49-F238E27FC236}">
                  <a16:creationId xmlns:a16="http://schemas.microsoft.com/office/drawing/2014/main" id="{A6173DA4-99B7-0668-CE31-557BC16AC9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6030" y="3712630"/>
              <a:ext cx="1808789" cy="2926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5pPr>
              <a:lvl6pPr marL="25146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6pPr>
              <a:lvl7pPr marL="29718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7pPr>
              <a:lvl8pPr marL="34290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8pPr>
              <a:lvl9pPr marL="38862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9pPr>
            </a:lstStyle>
            <a:p>
              <a:pPr algn="ctr" rtl="1"/>
              <a:r>
                <a:rPr lang="en-US" sz="18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singleton</a:t>
              </a:r>
              <a:endParaRPr lang="en-US" sz="1400" b="1" dirty="0">
                <a:cs typeface="B Lotus" pitchFamily="2" charset="-78"/>
              </a:endParaRPr>
            </a:p>
          </p:txBody>
        </p:sp>
        <p:sp>
          <p:nvSpPr>
            <p:cNvPr id="85" name="TextBox 36">
              <a:extLst>
                <a:ext uri="{FF2B5EF4-FFF2-40B4-BE49-F238E27FC236}">
                  <a16:creationId xmlns:a16="http://schemas.microsoft.com/office/drawing/2014/main" id="{56825BC0-1D7B-FDC3-AD9A-7B4BBC5538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2779" y="2157983"/>
              <a:ext cx="1896671" cy="2926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5pPr>
              <a:lvl6pPr marL="25146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6pPr>
              <a:lvl7pPr marL="29718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7pPr>
              <a:lvl8pPr marL="34290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8pPr>
              <a:lvl9pPr marL="38862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9pPr>
            </a:lstStyle>
            <a:p>
              <a:pPr algn="ctr" rtl="1"/>
              <a:r>
                <a:rPr lang="ar-SA" sz="18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دسترسی سریعتر به داده ها</a:t>
              </a:r>
              <a:endParaRPr lang="en-US" sz="1800" b="1" dirty="0">
                <a:cs typeface="B Lotus" pitchFamily="2" charset="-78"/>
              </a:endParaRPr>
            </a:p>
          </p:txBody>
        </p:sp>
        <p:sp>
          <p:nvSpPr>
            <p:cNvPr id="86" name="TextBox 38">
              <a:extLst>
                <a:ext uri="{FF2B5EF4-FFF2-40B4-BE49-F238E27FC236}">
                  <a16:creationId xmlns:a16="http://schemas.microsoft.com/office/drawing/2014/main" id="{E665FDDF-3865-258E-873E-4DD01E98EB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19651" y="3708287"/>
              <a:ext cx="1820854" cy="512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5pPr>
              <a:lvl6pPr marL="25146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6pPr>
              <a:lvl7pPr marL="29718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7pPr>
              <a:lvl8pPr marL="34290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8pPr>
              <a:lvl9pPr marL="38862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9pPr>
            </a:lstStyle>
            <a:p>
              <a:pPr algn="just" rtl="1"/>
              <a:r>
                <a:rPr lang="fa-IR" sz="18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امکان دسترسی به داده به صورت آفلاین</a:t>
              </a:r>
              <a:endParaRPr lang="en-US" sz="1400" b="1" dirty="0">
                <a:cs typeface="B Lotus" pitchFamily="2" charset="-78"/>
              </a:endParaRPr>
            </a:p>
          </p:txBody>
        </p:sp>
        <p:grpSp>
          <p:nvGrpSpPr>
            <p:cNvPr id="87" name="Group 55">
              <a:extLst>
                <a:ext uri="{FF2B5EF4-FFF2-40B4-BE49-F238E27FC236}">
                  <a16:creationId xmlns:a16="http://schemas.microsoft.com/office/drawing/2014/main" id="{2DD71637-2A43-624E-94CF-20A55917A8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24328" y="1399367"/>
              <a:ext cx="2679579" cy="640415"/>
              <a:chOff x="2918048" y="2924337"/>
              <a:chExt cx="7406194" cy="1802917"/>
            </a:xfrm>
          </p:grpSpPr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5C550BC8-8627-BEC5-B4E1-E78F155700D7}"/>
                  </a:ext>
                </a:extLst>
              </p:cNvPr>
              <p:cNvCxnSpPr/>
              <p:nvPr/>
            </p:nvCxnSpPr>
            <p:spPr>
              <a:xfrm flipH="1">
                <a:off x="2918048" y="2924341"/>
                <a:ext cx="7406194" cy="0"/>
              </a:xfrm>
              <a:prstGeom prst="line">
                <a:avLst/>
              </a:prstGeom>
              <a:ln>
                <a:solidFill>
                  <a:srgbClr val="002060"/>
                </a:solidFill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7F19EDB3-5644-B220-8115-D18B614220EC}"/>
                  </a:ext>
                </a:extLst>
              </p:cNvPr>
              <p:cNvCxnSpPr/>
              <p:nvPr/>
            </p:nvCxnSpPr>
            <p:spPr>
              <a:xfrm flipV="1">
                <a:off x="2923604" y="2970077"/>
                <a:ext cx="0" cy="1757177"/>
              </a:xfrm>
              <a:prstGeom prst="line">
                <a:avLst/>
              </a:prstGeom>
              <a:ln>
                <a:solidFill>
                  <a:srgbClr val="002060"/>
                </a:solidFill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DE5FF228-3E0A-FB6E-2EF9-1DBC398129A7}"/>
                  </a:ext>
                </a:extLst>
              </p:cNvPr>
              <p:cNvCxnSpPr/>
              <p:nvPr/>
            </p:nvCxnSpPr>
            <p:spPr>
              <a:xfrm flipV="1">
                <a:off x="10307573" y="2924337"/>
                <a:ext cx="0" cy="598425"/>
              </a:xfrm>
              <a:prstGeom prst="line">
                <a:avLst/>
              </a:prstGeom>
              <a:ln>
                <a:solidFill>
                  <a:srgbClr val="002060"/>
                </a:solidFill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88" name="Group 64">
              <a:extLst>
                <a:ext uri="{FF2B5EF4-FFF2-40B4-BE49-F238E27FC236}">
                  <a16:creationId xmlns:a16="http://schemas.microsoft.com/office/drawing/2014/main" id="{0E2B2E86-234B-691F-D3B9-6E0DD4956CEB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249154" y="1399368"/>
              <a:ext cx="2791588" cy="624168"/>
              <a:chOff x="2918048" y="2924341"/>
              <a:chExt cx="7406194" cy="1757177"/>
            </a:xfrm>
          </p:grpSpPr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5A1B3247-A13C-00DF-49E7-8C02828104BC}"/>
                  </a:ext>
                </a:extLst>
              </p:cNvPr>
              <p:cNvCxnSpPr/>
              <p:nvPr/>
            </p:nvCxnSpPr>
            <p:spPr>
              <a:xfrm flipH="1">
                <a:off x="2918048" y="2924341"/>
                <a:ext cx="7406194" cy="0"/>
              </a:xfrm>
              <a:prstGeom prst="line">
                <a:avLst/>
              </a:prstGeom>
              <a:ln>
                <a:solidFill>
                  <a:srgbClr val="D9D9D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76527045-D7F9-554C-435F-A2929F8206F2}"/>
                  </a:ext>
                </a:extLst>
              </p:cNvPr>
              <p:cNvCxnSpPr/>
              <p:nvPr/>
            </p:nvCxnSpPr>
            <p:spPr>
              <a:xfrm flipV="1">
                <a:off x="2918048" y="2924341"/>
                <a:ext cx="0" cy="1757177"/>
              </a:xfrm>
              <a:prstGeom prst="line">
                <a:avLst/>
              </a:prstGeom>
              <a:ln>
                <a:solidFill>
                  <a:srgbClr val="D9D9D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E0242F83-5B1C-A4E4-F5ED-4C6BC8A8BEF6}"/>
                  </a:ext>
                </a:extLst>
              </p:cNvPr>
              <p:cNvCxnSpPr/>
              <p:nvPr/>
            </p:nvCxnSpPr>
            <p:spPr>
              <a:xfrm flipV="1">
                <a:off x="10324242" y="2924341"/>
                <a:ext cx="0" cy="598425"/>
              </a:xfrm>
              <a:prstGeom prst="line">
                <a:avLst/>
              </a:prstGeom>
              <a:ln>
                <a:solidFill>
                  <a:srgbClr val="D9D9D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9" name="Group 45">
              <a:extLst>
                <a:ext uri="{FF2B5EF4-FFF2-40B4-BE49-F238E27FC236}">
                  <a16:creationId xmlns:a16="http://schemas.microsoft.com/office/drawing/2014/main" id="{92E1A4E3-75AA-F837-D382-79667B8E5155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1226051" y="4171755"/>
              <a:ext cx="2680154" cy="639392"/>
              <a:chOff x="2917922" y="2924341"/>
              <a:chExt cx="7406320" cy="1550440"/>
            </a:xfrm>
          </p:grpSpPr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BD59AC5B-1090-1B5F-3318-B43FB2B7B820}"/>
                  </a:ext>
                </a:extLst>
              </p:cNvPr>
              <p:cNvCxnSpPr/>
              <p:nvPr/>
            </p:nvCxnSpPr>
            <p:spPr>
              <a:xfrm flipH="1">
                <a:off x="2917922" y="2924341"/>
                <a:ext cx="7406320" cy="0"/>
              </a:xfrm>
              <a:prstGeom prst="line">
                <a:avLst/>
              </a:prstGeom>
              <a:ln>
                <a:solidFill>
                  <a:srgbClr val="D9D9D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FF7BD93F-B489-E705-717C-A0825020FABB}"/>
                  </a:ext>
                </a:extLst>
              </p:cNvPr>
              <p:cNvCxnSpPr/>
              <p:nvPr/>
            </p:nvCxnSpPr>
            <p:spPr>
              <a:xfrm flipV="1">
                <a:off x="2918714" y="2924343"/>
                <a:ext cx="4761" cy="1550438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3FDAED2F-4295-C246-8F31-899EC28C74EC}"/>
                  </a:ext>
                </a:extLst>
              </p:cNvPr>
              <p:cNvCxnSpPr/>
              <p:nvPr/>
            </p:nvCxnSpPr>
            <p:spPr>
              <a:xfrm flipV="1">
                <a:off x="10324242" y="2924341"/>
                <a:ext cx="0" cy="598846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0" name="Group 51">
              <a:extLst>
                <a:ext uri="{FF2B5EF4-FFF2-40B4-BE49-F238E27FC236}">
                  <a16:creationId xmlns:a16="http://schemas.microsoft.com/office/drawing/2014/main" id="{A2659547-254D-A5EB-F089-188B8F4C15B9}"/>
                </a:ext>
              </a:extLst>
            </p:cNvPr>
            <p:cNvGrpSpPr>
              <a:grpSpLocks/>
            </p:cNvGrpSpPr>
            <p:nvPr/>
          </p:nvGrpSpPr>
          <p:grpSpPr bwMode="auto">
            <a:xfrm flipH="1" flipV="1">
              <a:off x="5249154" y="4171755"/>
              <a:ext cx="2791588" cy="639391"/>
              <a:chOff x="2913160" y="2924341"/>
              <a:chExt cx="7411082" cy="1550438"/>
            </a:xfrm>
          </p:grpSpPr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816B111A-B194-8019-DE77-90E09247AAB6}"/>
                  </a:ext>
                </a:extLst>
              </p:cNvPr>
              <p:cNvCxnSpPr/>
              <p:nvPr/>
            </p:nvCxnSpPr>
            <p:spPr>
              <a:xfrm flipH="1">
                <a:off x="2917735" y="2924341"/>
                <a:ext cx="7406507" cy="0"/>
              </a:xfrm>
              <a:prstGeom prst="line">
                <a:avLst/>
              </a:prstGeom>
              <a:ln/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C3D48792-F222-AB3B-C6EF-323D9752B0A5}"/>
                  </a:ext>
                </a:extLst>
              </p:cNvPr>
              <p:cNvCxnSpPr/>
              <p:nvPr/>
            </p:nvCxnSpPr>
            <p:spPr>
              <a:xfrm flipV="1">
                <a:off x="2913160" y="2924341"/>
                <a:ext cx="4575" cy="1550438"/>
              </a:xfrm>
              <a:prstGeom prst="line">
                <a:avLst/>
              </a:prstGeom>
              <a:ln/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3AF91CE0-E076-7CED-A327-5206C1A4766B}"/>
                  </a:ext>
                </a:extLst>
              </p:cNvPr>
              <p:cNvCxnSpPr/>
              <p:nvPr/>
            </p:nvCxnSpPr>
            <p:spPr>
              <a:xfrm flipV="1">
                <a:off x="10324242" y="2924341"/>
                <a:ext cx="0" cy="598846"/>
              </a:xfrm>
              <a:prstGeom prst="line">
                <a:avLst/>
              </a:prstGeom>
              <a:ln/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sp>
          <p:nvSpPr>
            <p:cNvPr id="91" name="TextBox 1">
              <a:extLst>
                <a:ext uri="{FF2B5EF4-FFF2-40B4-BE49-F238E27FC236}">
                  <a16:creationId xmlns:a16="http://schemas.microsoft.com/office/drawing/2014/main" id="{9D382183-2892-290C-EAD9-1F2DE5AE89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3523" y="1808150"/>
              <a:ext cx="688706" cy="3170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5pPr>
              <a:lvl6pPr marL="25146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6pPr>
              <a:lvl7pPr marL="29718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7pPr>
              <a:lvl8pPr marL="34290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8pPr>
              <a:lvl9pPr marL="38862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fa-IR" altLang="es-MX" sz="2000" b="1" dirty="0">
                  <a:latin typeface="Times New Roman" panose="020B0503030403020204" pitchFamily="34" charset="0"/>
                  <a:cs typeface="+mj-cs"/>
                </a:rPr>
                <a:t>1</a:t>
              </a:r>
              <a:endParaRPr lang="en-US" altLang="es-MX" sz="2000" b="1" dirty="0">
                <a:latin typeface="Times New Roman" panose="020B0503030403020204" pitchFamily="34" charset="0"/>
                <a:cs typeface="+mj-cs"/>
              </a:endParaRPr>
            </a:p>
          </p:txBody>
        </p:sp>
        <p:sp>
          <p:nvSpPr>
            <p:cNvPr id="92" name="TextBox 5">
              <a:extLst>
                <a:ext uri="{FF2B5EF4-FFF2-40B4-BE49-F238E27FC236}">
                  <a16:creationId xmlns:a16="http://schemas.microsoft.com/office/drawing/2014/main" id="{1BAFACE5-D2AF-C9F5-933A-31067F0090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6996" y="2203753"/>
              <a:ext cx="964336" cy="512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5pPr>
              <a:lvl6pPr marL="25146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6pPr>
              <a:lvl7pPr marL="29718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7pPr>
              <a:lvl8pPr marL="34290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8pPr>
              <a:lvl9pPr marL="38862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9pPr>
            </a:lstStyle>
            <a:p>
              <a:pPr lvl="0" algn="ctr" rtl="1"/>
              <a:r>
                <a:rPr lang="fa-IR" altLang="es-MX" sz="2000" b="1" dirty="0">
                  <a:solidFill>
                    <a:schemeClr val="bg1"/>
                  </a:solidFill>
                  <a:latin typeface="Tahoma"/>
                  <a:ea typeface="+mn-ea"/>
                  <a:cs typeface="B Nazanin" panose="00000400000000000000" pitchFamily="2" charset="-78"/>
                </a:rPr>
                <a:t>انتقال حالت</a:t>
              </a:r>
              <a:endParaRPr lang="id-ID" altLang="es-MX" sz="2000" b="1" dirty="0">
                <a:solidFill>
                  <a:schemeClr val="bg1"/>
                </a:solidFill>
                <a:latin typeface="Tahoma"/>
                <a:ea typeface="+mn-ea"/>
                <a:cs typeface="B Nazanin" panose="00000400000000000000" pitchFamily="2" charset="-78"/>
              </a:endParaRPr>
            </a:p>
            <a:p>
              <a:pPr algn="ctr" rtl="1"/>
              <a:endParaRPr lang="en-US" altLang="es-MX" sz="1600" b="1" dirty="0">
                <a:solidFill>
                  <a:schemeClr val="bg1"/>
                </a:solidFill>
                <a:latin typeface="+mn-lt"/>
                <a:cs typeface="B Nazanin" panose="00000400000000000000" pitchFamily="2" charset="-78"/>
              </a:endParaRPr>
            </a:p>
          </p:txBody>
        </p:sp>
        <p:sp>
          <p:nvSpPr>
            <p:cNvPr id="93" name="TextBox 1">
              <a:extLst>
                <a:ext uri="{FF2B5EF4-FFF2-40B4-BE49-F238E27FC236}">
                  <a16:creationId xmlns:a16="http://schemas.microsoft.com/office/drawing/2014/main" id="{6313A0CA-B0B4-80C9-02A4-4255CFB28D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5329" y="1808150"/>
              <a:ext cx="6887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5pPr>
              <a:lvl6pPr marL="25146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6pPr>
              <a:lvl7pPr marL="29718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7pPr>
              <a:lvl8pPr marL="34290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8pPr>
              <a:lvl9pPr marL="38862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fa-IR" altLang="es-MX" sz="2000" b="1" dirty="0">
                  <a:solidFill>
                    <a:srgbClr val="FFFFFF"/>
                  </a:solidFill>
                  <a:latin typeface="Times New Roman" panose="020B0503030403020204" pitchFamily="34" charset="0"/>
                  <a:cs typeface="+mj-cs"/>
                </a:rPr>
                <a:t>1</a:t>
              </a:r>
              <a:endParaRPr lang="en-US" altLang="es-MX" sz="2000" b="1" dirty="0">
                <a:solidFill>
                  <a:srgbClr val="FFFFFF"/>
                </a:solidFill>
                <a:latin typeface="Times New Roman" panose="020B0503030403020204" pitchFamily="34" charset="0"/>
                <a:cs typeface="+mj-cs"/>
              </a:endParaRPr>
            </a:p>
          </p:txBody>
        </p:sp>
        <p:sp>
          <p:nvSpPr>
            <p:cNvPr id="94" name="TextBox 5">
              <a:extLst>
                <a:ext uri="{FF2B5EF4-FFF2-40B4-BE49-F238E27FC236}">
                  <a16:creationId xmlns:a16="http://schemas.microsoft.com/office/drawing/2014/main" id="{BE0E3269-349F-F30C-0068-90A73C5815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9785" y="3612410"/>
              <a:ext cx="1312372" cy="5365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5pPr>
              <a:lvl6pPr marL="25146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6pPr>
              <a:lvl7pPr marL="29718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7pPr>
              <a:lvl8pPr marL="34290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8pPr>
              <a:lvl9pPr marL="38862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9pPr>
            </a:lstStyle>
            <a:p>
              <a:pPr lvl="0" algn="ctr" rtl="1"/>
              <a:r>
                <a:rPr lang="fa-IR" altLang="es-MX" sz="2000" b="1" dirty="0">
                  <a:latin typeface="Tahoma"/>
                  <a:ea typeface="+mn-ea"/>
                  <a:cs typeface="B Nazanin" panose="00000400000000000000" pitchFamily="2" charset="-78"/>
                </a:rPr>
                <a:t>درخواست-پاسخ</a:t>
              </a:r>
              <a:endParaRPr lang="fa-IR" altLang="es-MX" sz="2400" b="1" dirty="0">
                <a:latin typeface="Tahoma"/>
                <a:ea typeface="+mn-ea"/>
                <a:cs typeface="B Nazanin" panose="00000400000000000000" pitchFamily="2" charset="-78"/>
              </a:endParaRPr>
            </a:p>
            <a:p>
              <a:pPr algn="ctr" rtl="1"/>
              <a:endParaRPr lang="en-US" altLang="es-MX" sz="1800" b="1" dirty="0">
                <a:solidFill>
                  <a:srgbClr val="002060"/>
                </a:solidFill>
                <a:latin typeface="+mn-lt"/>
                <a:cs typeface="B Mitra" panose="00000400000000000000" pitchFamily="2" charset="-78"/>
              </a:endParaRPr>
            </a:p>
          </p:txBody>
        </p:sp>
        <p:sp>
          <p:nvSpPr>
            <p:cNvPr id="95" name="TextBox 1">
              <a:extLst>
                <a:ext uri="{FF2B5EF4-FFF2-40B4-BE49-F238E27FC236}">
                  <a16:creationId xmlns:a16="http://schemas.microsoft.com/office/drawing/2014/main" id="{4246695C-8F5C-A846-BCFE-640391D716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2140" y="3216807"/>
              <a:ext cx="688706" cy="3170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5pPr>
              <a:lvl6pPr marL="25146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6pPr>
              <a:lvl7pPr marL="29718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7pPr>
              <a:lvl8pPr marL="34290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8pPr>
              <a:lvl9pPr marL="38862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fa-IR" altLang="es-MX" sz="2000" b="1" dirty="0">
                  <a:latin typeface="Times New Roman" panose="020B0503030403020204" pitchFamily="34" charset="0"/>
                  <a:cs typeface="+mj-cs"/>
                </a:rPr>
                <a:t>2</a:t>
              </a:r>
              <a:endParaRPr lang="en-US" altLang="es-MX" sz="2000" b="1" dirty="0">
                <a:latin typeface="Times New Roman" panose="020B0503030403020204" pitchFamily="34" charset="0"/>
                <a:cs typeface="+mj-cs"/>
              </a:endParaRPr>
            </a:p>
          </p:txBody>
        </p:sp>
        <p:sp>
          <p:nvSpPr>
            <p:cNvPr id="96" name="TextBox 5">
              <a:extLst>
                <a:ext uri="{FF2B5EF4-FFF2-40B4-BE49-F238E27FC236}">
                  <a16:creationId xmlns:a16="http://schemas.microsoft.com/office/drawing/2014/main" id="{233C1674-630B-EA95-45A0-B1E5AF0C80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6983" y="3628197"/>
              <a:ext cx="964336" cy="5609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5pPr>
              <a:lvl6pPr marL="25146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6pPr>
              <a:lvl7pPr marL="29718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7pPr>
              <a:lvl8pPr marL="34290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8pPr>
              <a:lvl9pPr marL="38862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9pPr>
            </a:lstStyle>
            <a:p>
              <a:pPr lvl="0" algn="ctr" rtl="1"/>
              <a:r>
                <a:rPr lang="fa-IR" altLang="es-MX" sz="2000" b="1" dirty="0">
                  <a:solidFill>
                    <a:schemeClr val="bg1"/>
                  </a:solidFill>
                  <a:latin typeface="Tahoma"/>
                  <a:ea typeface="+mn-ea"/>
                  <a:cs typeface="B Nazanin" panose="00000400000000000000" pitchFamily="2" charset="-78"/>
                </a:rPr>
                <a:t>انتقال حالت</a:t>
              </a:r>
            </a:p>
            <a:p>
              <a:pPr algn="ctr" rtl="1"/>
              <a:endParaRPr lang="en-US" altLang="es-MX" sz="2000" dirty="0">
                <a:solidFill>
                  <a:schemeClr val="bg1"/>
                </a:solidFill>
                <a:latin typeface="+mn-lt"/>
                <a:cs typeface="B Nazanin" panose="00000400000000000000" pitchFamily="2" charset="-78"/>
              </a:endParaRPr>
            </a:p>
          </p:txBody>
        </p:sp>
        <p:sp>
          <p:nvSpPr>
            <p:cNvPr id="97" name="TextBox 1">
              <a:extLst>
                <a:ext uri="{FF2B5EF4-FFF2-40B4-BE49-F238E27FC236}">
                  <a16:creationId xmlns:a16="http://schemas.microsoft.com/office/drawing/2014/main" id="{183B9E3D-D163-4122-87AB-B472A512F1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5322" y="3232594"/>
              <a:ext cx="688706" cy="3170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5pPr>
              <a:lvl6pPr marL="25146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6pPr>
              <a:lvl7pPr marL="29718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7pPr>
              <a:lvl8pPr marL="34290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8pPr>
              <a:lvl9pPr marL="38862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fa-IR" altLang="es-MX" sz="2000" b="1" dirty="0">
                  <a:solidFill>
                    <a:schemeClr val="bg1"/>
                  </a:solidFill>
                  <a:latin typeface="Times New Roman" panose="020B0503030403020204" pitchFamily="34" charset="0"/>
                  <a:cs typeface="+mj-cs"/>
                </a:rPr>
                <a:t>2</a:t>
              </a:r>
              <a:endParaRPr lang="en-US" altLang="es-MX" sz="2000" b="1" dirty="0">
                <a:solidFill>
                  <a:schemeClr val="bg1"/>
                </a:solidFill>
                <a:latin typeface="Times New Roman" panose="020B0503030403020204" pitchFamily="34" charset="0"/>
                <a:cs typeface="+mj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830251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5">
            <a:hlinkClick r:id="rId3" action="ppaction://hlinksldjump"/>
            <a:extLst>
              <a:ext uri="{FF2B5EF4-FFF2-40B4-BE49-F238E27FC236}">
                <a16:creationId xmlns:a16="http://schemas.microsoft.com/office/drawing/2014/main" id="{4FEC8B3B-1F5F-4536-BDBB-01725D03325A}"/>
              </a:ext>
            </a:extLst>
          </p:cNvPr>
          <p:cNvSpPr/>
          <p:nvPr/>
        </p:nvSpPr>
        <p:spPr>
          <a:xfrm>
            <a:off x="8885332" y="2298976"/>
            <a:ext cx="2880000" cy="3240000"/>
          </a:xfrm>
          <a:custGeom>
            <a:avLst/>
            <a:gdLst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1066534"/>
              <a:gd name="connsiteX1" fmla="*/ 450000 w 900000"/>
              <a:gd name="connsiteY1" fmla="*/ 70413 h 1066534"/>
              <a:gd name="connsiteX2" fmla="*/ 900000 w 900000"/>
              <a:gd name="connsiteY2" fmla="*/ 520413 h 1066534"/>
              <a:gd name="connsiteX3" fmla="*/ 450000 w 900000"/>
              <a:gd name="connsiteY3" fmla="*/ 970413 h 1066534"/>
              <a:gd name="connsiteX4" fmla="*/ 0 w 900000"/>
              <a:gd name="connsiteY4" fmla="*/ 520413 h 1066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000" h="1066534">
                <a:moveTo>
                  <a:pt x="0" y="520413"/>
                </a:moveTo>
                <a:cubicBezTo>
                  <a:pt x="0" y="370413"/>
                  <a:pt x="513988" y="313481"/>
                  <a:pt x="450000" y="70413"/>
                </a:cubicBezTo>
                <a:cubicBezTo>
                  <a:pt x="386012" y="-172655"/>
                  <a:pt x="900000" y="271885"/>
                  <a:pt x="900000" y="520413"/>
                </a:cubicBezTo>
                <a:cubicBezTo>
                  <a:pt x="900000" y="768941"/>
                  <a:pt x="559631" y="635795"/>
                  <a:pt x="450000" y="970413"/>
                </a:cubicBezTo>
                <a:cubicBezTo>
                  <a:pt x="340369" y="1305031"/>
                  <a:pt x="0" y="670413"/>
                  <a:pt x="0" y="520413"/>
                </a:cubicBezTo>
                <a:close/>
              </a:path>
            </a:pathLst>
          </a:custGeom>
          <a:ln w="825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cs typeface="B Titr" panose="00000700000000000000" pitchFamily="2" charset="-78"/>
            </a:endParaRPr>
          </a:p>
        </p:txBody>
      </p:sp>
      <p:sp>
        <p:nvSpPr>
          <p:cNvPr id="33" name="Content Placeholder 32">
            <a:extLst>
              <a:ext uri="{FF2B5EF4-FFF2-40B4-BE49-F238E27FC236}">
                <a16:creationId xmlns:a16="http://schemas.microsoft.com/office/drawing/2014/main" id="{E8897C0E-F1EA-42BD-9740-45A04F63B8F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fa-IR" dirty="0"/>
              <a:t>الگوی همکاری رویداد ها</a:t>
            </a:r>
            <a:endParaRPr lang="ar-OM" dirty="0"/>
          </a:p>
        </p:txBody>
      </p:sp>
      <p:sp>
        <p:nvSpPr>
          <p:cNvPr id="19" name="Google Shape;4326;p55">
            <a:hlinkClick r:id="rId4" action="ppaction://hlinksldjump"/>
            <a:extLst>
              <a:ext uri="{FF2B5EF4-FFF2-40B4-BE49-F238E27FC236}">
                <a16:creationId xmlns:a16="http://schemas.microsoft.com/office/drawing/2014/main" id="{079B8287-46CF-4F02-98C3-B1E7BE70145D}"/>
              </a:ext>
            </a:extLst>
          </p:cNvPr>
          <p:cNvSpPr/>
          <p:nvPr/>
        </p:nvSpPr>
        <p:spPr>
          <a:xfrm>
            <a:off x="11196893" y="6387218"/>
            <a:ext cx="482052" cy="421088"/>
          </a:xfrm>
          <a:custGeom>
            <a:avLst/>
            <a:gdLst/>
            <a:ahLst/>
            <a:cxnLst/>
            <a:rect l="l" t="t" r="r" b="b"/>
            <a:pathLst>
              <a:path w="11217" h="10342" extrusionOk="0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rgbClr val="003964"/>
          </a:solidFill>
          <a:ln>
            <a:solidFill>
              <a:srgbClr val="003964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" name="Arrow: Chevron 2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CA98E42-2A50-4507-A5CC-5A9C114CDE93}"/>
              </a:ext>
            </a:extLst>
          </p:cNvPr>
          <p:cNvSpPr/>
          <p:nvPr/>
        </p:nvSpPr>
        <p:spPr>
          <a:xfrm>
            <a:off x="11776075" y="6457950"/>
            <a:ext cx="292100" cy="350356"/>
          </a:xfrm>
          <a:prstGeom prst="chevron">
            <a:avLst/>
          </a:prstGeom>
          <a:solidFill>
            <a:srgbClr val="3494B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7" name="Arrow: Chevron 2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512E6121-5D89-4F6E-9E8F-AD8173CCB308}"/>
              </a:ext>
            </a:extLst>
          </p:cNvPr>
          <p:cNvSpPr/>
          <p:nvPr/>
        </p:nvSpPr>
        <p:spPr>
          <a:xfrm flipH="1">
            <a:off x="10807663" y="6457950"/>
            <a:ext cx="292100" cy="350356"/>
          </a:xfrm>
          <a:prstGeom prst="chevron">
            <a:avLst/>
          </a:prstGeom>
          <a:solidFill>
            <a:srgbClr val="3494B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A5DD57-63E9-631B-889F-546538AE60DB}"/>
              </a:ext>
            </a:extLst>
          </p:cNvPr>
          <p:cNvSpPr txBox="1"/>
          <p:nvPr/>
        </p:nvSpPr>
        <p:spPr>
          <a:xfrm>
            <a:off x="9637486" y="3715657"/>
            <a:ext cx="11701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4000" dirty="0">
                <a:solidFill>
                  <a:schemeClr val="bg1"/>
                </a:solidFill>
                <a:cs typeface="2  Yekan" panose="00000400000000000000" pitchFamily="2" charset="-78"/>
              </a:rPr>
              <a:t>6</a:t>
            </a:r>
            <a:endParaRPr lang="en-US" sz="40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B76A6B-0438-56FE-3108-4028B569D0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32883067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2BF8E5D-7419-4EC2-B783-7A3A45BE08B3}"/>
              </a:ext>
            </a:extLst>
          </p:cNvPr>
          <p:cNvSpPr/>
          <p:nvPr/>
        </p:nvSpPr>
        <p:spPr>
          <a:xfrm>
            <a:off x="10949651" y="0"/>
            <a:ext cx="12423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Rectangle 59">
            <a:hlinkClick r:id="rId3" action="ppaction://hlinksldjump"/>
            <a:extLst>
              <a:ext uri="{FF2B5EF4-FFF2-40B4-BE49-F238E27FC236}">
                <a16:creationId xmlns:a16="http://schemas.microsoft.com/office/drawing/2014/main" id="{9F2A817A-7E6F-45F4-9179-64527A033401}"/>
              </a:ext>
            </a:extLst>
          </p:cNvPr>
          <p:cNvSpPr/>
          <p:nvPr/>
        </p:nvSpPr>
        <p:spPr>
          <a:xfrm>
            <a:off x="11220931" y="1746859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Rectangle 60">
            <a:hlinkClick r:id="" action="ppaction://noaction"/>
            <a:extLst>
              <a:ext uri="{FF2B5EF4-FFF2-40B4-BE49-F238E27FC236}">
                <a16:creationId xmlns:a16="http://schemas.microsoft.com/office/drawing/2014/main" id="{8E54AF34-0C62-4DAF-8274-01E30BCB3515}"/>
              </a:ext>
            </a:extLst>
          </p:cNvPr>
          <p:cNvSpPr/>
          <p:nvPr/>
        </p:nvSpPr>
        <p:spPr>
          <a:xfrm>
            <a:off x="11209665" y="3151750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Rectangle 62">
            <a:hlinkClick r:id="" action="ppaction://noaction"/>
            <a:extLst>
              <a:ext uri="{FF2B5EF4-FFF2-40B4-BE49-F238E27FC236}">
                <a16:creationId xmlns:a16="http://schemas.microsoft.com/office/drawing/2014/main" id="{7701E4F5-A741-414F-9E5E-F21530B54D84}"/>
              </a:ext>
            </a:extLst>
          </p:cNvPr>
          <p:cNvSpPr/>
          <p:nvPr/>
        </p:nvSpPr>
        <p:spPr>
          <a:xfrm>
            <a:off x="11208501" y="5819188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Oval 5">
            <a:hlinkClick r:id="rId4" action="ppaction://hlinksldjump"/>
            <a:extLst>
              <a:ext uri="{FF2B5EF4-FFF2-40B4-BE49-F238E27FC236}">
                <a16:creationId xmlns:a16="http://schemas.microsoft.com/office/drawing/2014/main" id="{DAA14DA5-AE56-4725-8660-43720C7012CC}"/>
              </a:ext>
            </a:extLst>
          </p:cNvPr>
          <p:cNvSpPr/>
          <p:nvPr userDrawn="1"/>
        </p:nvSpPr>
        <p:spPr>
          <a:xfrm>
            <a:off x="10419766" y="227524"/>
            <a:ext cx="1065788" cy="1252198"/>
          </a:xfrm>
          <a:custGeom>
            <a:avLst/>
            <a:gdLst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1066534"/>
              <a:gd name="connsiteX1" fmla="*/ 450000 w 900000"/>
              <a:gd name="connsiteY1" fmla="*/ 70413 h 1066534"/>
              <a:gd name="connsiteX2" fmla="*/ 900000 w 900000"/>
              <a:gd name="connsiteY2" fmla="*/ 520413 h 1066534"/>
              <a:gd name="connsiteX3" fmla="*/ 450000 w 900000"/>
              <a:gd name="connsiteY3" fmla="*/ 970413 h 1066534"/>
              <a:gd name="connsiteX4" fmla="*/ 0 w 900000"/>
              <a:gd name="connsiteY4" fmla="*/ 520413 h 1066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000" h="1066534">
                <a:moveTo>
                  <a:pt x="0" y="520413"/>
                </a:moveTo>
                <a:cubicBezTo>
                  <a:pt x="0" y="370413"/>
                  <a:pt x="513988" y="313481"/>
                  <a:pt x="450000" y="70413"/>
                </a:cubicBezTo>
                <a:cubicBezTo>
                  <a:pt x="386012" y="-172655"/>
                  <a:pt x="900000" y="271885"/>
                  <a:pt x="900000" y="520413"/>
                </a:cubicBezTo>
                <a:cubicBezTo>
                  <a:pt x="900000" y="768941"/>
                  <a:pt x="559631" y="635795"/>
                  <a:pt x="450000" y="970413"/>
                </a:cubicBezTo>
                <a:cubicBezTo>
                  <a:pt x="340369" y="1305031"/>
                  <a:pt x="0" y="670413"/>
                  <a:pt x="0" y="520413"/>
                </a:cubicBezTo>
                <a:close/>
              </a:path>
            </a:pathLst>
          </a:custGeom>
          <a:ln w="825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cs typeface="B Titr" panose="00000700000000000000" pitchFamily="2" charset="-78"/>
            </a:endParaRPr>
          </a:p>
        </p:txBody>
      </p:sp>
      <p:sp>
        <p:nvSpPr>
          <p:cNvPr id="85" name="Title 84">
            <a:extLst>
              <a:ext uri="{FF2B5EF4-FFF2-40B4-BE49-F238E27FC236}">
                <a16:creationId xmlns:a16="http://schemas.microsoft.com/office/drawing/2014/main" id="{0AB545A4-F003-4150-A2F1-B37C44D8E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الگو ی همکاری </a:t>
            </a:r>
            <a:endParaRPr lang="en-GB" dirty="0"/>
          </a:p>
        </p:txBody>
      </p:sp>
      <p:sp>
        <p:nvSpPr>
          <p:cNvPr id="48" name="Content Placeholder 53">
            <a:extLst>
              <a:ext uri="{FF2B5EF4-FFF2-40B4-BE49-F238E27FC236}">
                <a16:creationId xmlns:a16="http://schemas.microsoft.com/office/drawing/2014/main" id="{E847F55A-84BE-42EA-9D93-2FA7E8CB234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72742" y="1319732"/>
            <a:ext cx="9567863" cy="5138349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fa-IR" dirty="0">
                <a:cs typeface="B Nazanin" panose="00000400000000000000" pitchFamily="2" charset="-78"/>
              </a:rPr>
              <a:t> </a:t>
            </a:r>
            <a:endParaRPr lang="ar-OM" dirty="0">
              <a:cs typeface="B Nazanin" panose="00000400000000000000" pitchFamily="2" charset="-78"/>
            </a:endParaRPr>
          </a:p>
        </p:txBody>
      </p:sp>
      <p:sp>
        <p:nvSpPr>
          <p:cNvPr id="88" name="Content Placeholder 32">
            <a:extLst>
              <a:ext uri="{FF2B5EF4-FFF2-40B4-BE49-F238E27FC236}">
                <a16:creationId xmlns:a16="http://schemas.microsoft.com/office/drawing/2014/main" id="{B993B468-AE23-4C10-844D-4A5786CB820D}"/>
              </a:ext>
            </a:extLst>
          </p:cNvPr>
          <p:cNvSpPr txBox="1">
            <a:spLocks/>
          </p:cNvSpPr>
          <p:nvPr/>
        </p:nvSpPr>
        <p:spPr>
          <a:xfrm>
            <a:off x="11551833" y="-16017"/>
            <a:ext cx="538221" cy="1679787"/>
          </a:xfrm>
          <a:prstGeom prst="rect">
            <a:avLst/>
          </a:prstGeom>
          <a:noFill/>
          <a:effectLst>
            <a:outerShdw blurRad="50800" dist="12700" dir="5400000" algn="ctr" rotWithShape="0">
              <a:schemeClr val="accent4">
                <a:lumMod val="20000"/>
                <a:lumOff val="80000"/>
                <a:alpha val="99000"/>
              </a:schemeClr>
            </a:outerShdw>
          </a:effectLst>
        </p:spPr>
        <p:txBody>
          <a:bodyPr vert="vert270" wrap="square" lIns="114108" tIns="57054" rIns="114108" bIns="57054" rtlCol="0">
            <a:spAutoFit/>
          </a:bodyPr>
          <a:lstStyle>
            <a:defPPr>
              <a:defRPr lang="en-US"/>
            </a:defPPr>
            <a:lvl1pPr algn="ctr" rtl="1">
              <a:defRPr sz="2000" b="1">
                <a:ln w="0"/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cs typeface="B Mitra" panose="00000400000000000000" pitchFamily="2" charset="-78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6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4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2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2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a-IR" dirty="0"/>
              <a:t>الگو ی همکاری</a:t>
            </a:r>
            <a:endParaRPr lang="ar-OM" dirty="0"/>
          </a:p>
        </p:txBody>
      </p:sp>
      <p:sp>
        <p:nvSpPr>
          <p:cNvPr id="81" name="Striped Right Arrow 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7FF57801-6451-4DFE-A1CA-7F296A6035ED}"/>
              </a:ext>
            </a:extLst>
          </p:cNvPr>
          <p:cNvSpPr/>
          <p:nvPr/>
        </p:nvSpPr>
        <p:spPr>
          <a:xfrm rot="16200000">
            <a:off x="80162" y="5783314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sp>
        <p:nvSpPr>
          <p:cNvPr id="82" name="Striped Right Arrow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DE533A3-697F-4E2B-ABB8-A90B940933AD}"/>
              </a:ext>
            </a:extLst>
          </p:cNvPr>
          <p:cNvSpPr/>
          <p:nvPr/>
        </p:nvSpPr>
        <p:spPr>
          <a:xfrm>
            <a:off x="644918" y="6352996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59ACCF-70CA-091B-C40D-86CD327AD695}"/>
              </a:ext>
            </a:extLst>
          </p:cNvPr>
          <p:cNvSpPr txBox="1"/>
          <p:nvPr/>
        </p:nvSpPr>
        <p:spPr>
          <a:xfrm>
            <a:off x="10604508" y="587785"/>
            <a:ext cx="523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6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BD277B-EE30-3235-6829-7C6D1386CCC4}"/>
              </a:ext>
            </a:extLst>
          </p:cNvPr>
          <p:cNvSpPr txBox="1"/>
          <p:nvPr/>
        </p:nvSpPr>
        <p:spPr>
          <a:xfrm>
            <a:off x="11194494" y="3436653"/>
            <a:ext cx="852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08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61890F-9761-4891-1145-40AC216705CE}"/>
              </a:ext>
            </a:extLst>
          </p:cNvPr>
          <p:cNvSpPr txBox="1"/>
          <p:nvPr/>
        </p:nvSpPr>
        <p:spPr>
          <a:xfrm>
            <a:off x="11137005" y="4592044"/>
            <a:ext cx="860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09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70098B-9076-B0E1-E411-1F18038AFD2E}"/>
              </a:ext>
            </a:extLst>
          </p:cNvPr>
          <p:cNvSpPr txBox="1"/>
          <p:nvPr/>
        </p:nvSpPr>
        <p:spPr>
          <a:xfrm>
            <a:off x="11227769" y="2227046"/>
            <a:ext cx="852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07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361346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5">
            <a:hlinkClick r:id="rId3" action="ppaction://hlinksldjump"/>
            <a:extLst>
              <a:ext uri="{FF2B5EF4-FFF2-40B4-BE49-F238E27FC236}">
                <a16:creationId xmlns:a16="http://schemas.microsoft.com/office/drawing/2014/main" id="{4FEC8B3B-1F5F-4536-BDBB-01725D03325A}"/>
              </a:ext>
            </a:extLst>
          </p:cNvPr>
          <p:cNvSpPr/>
          <p:nvPr/>
        </p:nvSpPr>
        <p:spPr>
          <a:xfrm>
            <a:off x="8885332" y="2298976"/>
            <a:ext cx="2880000" cy="3240000"/>
          </a:xfrm>
          <a:custGeom>
            <a:avLst/>
            <a:gdLst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1066534"/>
              <a:gd name="connsiteX1" fmla="*/ 450000 w 900000"/>
              <a:gd name="connsiteY1" fmla="*/ 70413 h 1066534"/>
              <a:gd name="connsiteX2" fmla="*/ 900000 w 900000"/>
              <a:gd name="connsiteY2" fmla="*/ 520413 h 1066534"/>
              <a:gd name="connsiteX3" fmla="*/ 450000 w 900000"/>
              <a:gd name="connsiteY3" fmla="*/ 970413 h 1066534"/>
              <a:gd name="connsiteX4" fmla="*/ 0 w 900000"/>
              <a:gd name="connsiteY4" fmla="*/ 520413 h 1066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000" h="1066534">
                <a:moveTo>
                  <a:pt x="0" y="520413"/>
                </a:moveTo>
                <a:cubicBezTo>
                  <a:pt x="0" y="370413"/>
                  <a:pt x="513988" y="313481"/>
                  <a:pt x="450000" y="70413"/>
                </a:cubicBezTo>
                <a:cubicBezTo>
                  <a:pt x="386012" y="-172655"/>
                  <a:pt x="900000" y="271885"/>
                  <a:pt x="900000" y="520413"/>
                </a:cubicBezTo>
                <a:cubicBezTo>
                  <a:pt x="900000" y="768941"/>
                  <a:pt x="559631" y="635795"/>
                  <a:pt x="450000" y="970413"/>
                </a:cubicBezTo>
                <a:cubicBezTo>
                  <a:pt x="340369" y="1305031"/>
                  <a:pt x="0" y="670413"/>
                  <a:pt x="0" y="520413"/>
                </a:cubicBezTo>
                <a:close/>
              </a:path>
            </a:pathLst>
          </a:custGeom>
          <a:ln w="825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cs typeface="B Titr" panose="00000700000000000000" pitchFamily="2" charset="-78"/>
            </a:endParaRPr>
          </a:p>
        </p:txBody>
      </p:sp>
      <p:sp>
        <p:nvSpPr>
          <p:cNvPr id="33" name="Content Placeholder 32">
            <a:extLst>
              <a:ext uri="{FF2B5EF4-FFF2-40B4-BE49-F238E27FC236}">
                <a16:creationId xmlns:a16="http://schemas.microsoft.com/office/drawing/2014/main" id="{E8897C0E-F1EA-42BD-9740-45A04F63B8F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fa-IR" dirty="0"/>
              <a:t>ارتباط رویدادها با پردازش استریمی</a:t>
            </a:r>
            <a:endParaRPr lang="ar-OM" dirty="0"/>
          </a:p>
        </p:txBody>
      </p:sp>
      <p:sp>
        <p:nvSpPr>
          <p:cNvPr id="19" name="Google Shape;4326;p55">
            <a:hlinkClick r:id="rId4" action="ppaction://hlinksldjump"/>
            <a:extLst>
              <a:ext uri="{FF2B5EF4-FFF2-40B4-BE49-F238E27FC236}">
                <a16:creationId xmlns:a16="http://schemas.microsoft.com/office/drawing/2014/main" id="{079B8287-46CF-4F02-98C3-B1E7BE70145D}"/>
              </a:ext>
            </a:extLst>
          </p:cNvPr>
          <p:cNvSpPr/>
          <p:nvPr/>
        </p:nvSpPr>
        <p:spPr>
          <a:xfrm>
            <a:off x="11196893" y="6387218"/>
            <a:ext cx="482052" cy="421088"/>
          </a:xfrm>
          <a:custGeom>
            <a:avLst/>
            <a:gdLst/>
            <a:ahLst/>
            <a:cxnLst/>
            <a:rect l="l" t="t" r="r" b="b"/>
            <a:pathLst>
              <a:path w="11217" h="10342" extrusionOk="0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rgbClr val="003964"/>
          </a:solidFill>
          <a:ln>
            <a:solidFill>
              <a:srgbClr val="003964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" name="Arrow: Chevron 2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CA98E42-2A50-4507-A5CC-5A9C114CDE93}"/>
              </a:ext>
            </a:extLst>
          </p:cNvPr>
          <p:cNvSpPr/>
          <p:nvPr/>
        </p:nvSpPr>
        <p:spPr>
          <a:xfrm>
            <a:off x="11776075" y="6457950"/>
            <a:ext cx="292100" cy="350356"/>
          </a:xfrm>
          <a:prstGeom prst="chevron">
            <a:avLst/>
          </a:prstGeom>
          <a:solidFill>
            <a:srgbClr val="3494B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7" name="Arrow: Chevron 2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512E6121-5D89-4F6E-9E8F-AD8173CCB308}"/>
              </a:ext>
            </a:extLst>
          </p:cNvPr>
          <p:cNvSpPr/>
          <p:nvPr/>
        </p:nvSpPr>
        <p:spPr>
          <a:xfrm flipH="1">
            <a:off x="10807663" y="6457950"/>
            <a:ext cx="292100" cy="350356"/>
          </a:xfrm>
          <a:prstGeom prst="chevron">
            <a:avLst/>
          </a:prstGeom>
          <a:solidFill>
            <a:srgbClr val="3494B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A5DD57-63E9-631B-889F-546538AE60DB}"/>
              </a:ext>
            </a:extLst>
          </p:cNvPr>
          <p:cNvSpPr txBox="1"/>
          <p:nvPr/>
        </p:nvSpPr>
        <p:spPr>
          <a:xfrm>
            <a:off x="9637486" y="3715657"/>
            <a:ext cx="11701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4000" dirty="0">
                <a:solidFill>
                  <a:schemeClr val="bg1"/>
                </a:solidFill>
                <a:cs typeface="2  Yekan" panose="00000400000000000000" pitchFamily="2" charset="-78"/>
              </a:rPr>
              <a:t>7</a:t>
            </a:r>
            <a:endParaRPr lang="en-US" sz="40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448085D-F4A2-9742-C303-1B9EF7454F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1883856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C9340D-D0D6-4B48-94E7-0FF5020D1384}"/>
              </a:ext>
            </a:extLst>
          </p:cNvPr>
          <p:cNvSpPr/>
          <p:nvPr/>
        </p:nvSpPr>
        <p:spPr>
          <a:xfrm>
            <a:off x="10949651" y="-23148"/>
            <a:ext cx="12423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8" name="Rectangle 47">
            <a:hlinkClick r:id="rId3" action="ppaction://hlinksldjump"/>
            <a:extLst>
              <a:ext uri="{FF2B5EF4-FFF2-40B4-BE49-F238E27FC236}">
                <a16:creationId xmlns:a16="http://schemas.microsoft.com/office/drawing/2014/main" id="{6D7860E7-EBE5-42BF-9B1C-9A8735CC5850}"/>
              </a:ext>
            </a:extLst>
          </p:cNvPr>
          <p:cNvSpPr/>
          <p:nvPr/>
        </p:nvSpPr>
        <p:spPr>
          <a:xfrm>
            <a:off x="11222860" y="442177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Rectangle 44">
            <a:hlinkClick r:id="" action="ppaction://noaction"/>
            <a:extLst>
              <a:ext uri="{FF2B5EF4-FFF2-40B4-BE49-F238E27FC236}">
                <a16:creationId xmlns:a16="http://schemas.microsoft.com/office/drawing/2014/main" id="{73620106-7D22-448C-B7FF-054CB97EB46F}"/>
              </a:ext>
            </a:extLst>
          </p:cNvPr>
          <p:cNvSpPr/>
          <p:nvPr/>
        </p:nvSpPr>
        <p:spPr>
          <a:xfrm>
            <a:off x="11222860" y="3033933"/>
            <a:ext cx="809818" cy="7908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Rectangle 45">
            <a:hlinkClick r:id="" action="ppaction://noaction"/>
            <a:extLst>
              <a:ext uri="{FF2B5EF4-FFF2-40B4-BE49-F238E27FC236}">
                <a16:creationId xmlns:a16="http://schemas.microsoft.com/office/drawing/2014/main" id="{589BDDF9-F5A2-4FAC-B919-FD1F2861954A}"/>
              </a:ext>
            </a:extLst>
          </p:cNvPr>
          <p:cNvSpPr/>
          <p:nvPr/>
        </p:nvSpPr>
        <p:spPr>
          <a:xfrm>
            <a:off x="11116052" y="4540245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7" name="Rectangle 46">
            <a:hlinkClick r:id="" action="ppaction://noaction"/>
            <a:extLst>
              <a:ext uri="{FF2B5EF4-FFF2-40B4-BE49-F238E27FC236}">
                <a16:creationId xmlns:a16="http://schemas.microsoft.com/office/drawing/2014/main" id="{F0A155FF-C1EF-431B-92E0-0699FB6AF4C5}"/>
              </a:ext>
            </a:extLst>
          </p:cNvPr>
          <p:cNvSpPr/>
          <p:nvPr/>
        </p:nvSpPr>
        <p:spPr>
          <a:xfrm>
            <a:off x="11222860" y="5831842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hlinkClick r:id="" action="ppaction://noaction"/>
            <a:extLst>
              <a:ext uri="{FF2B5EF4-FFF2-40B4-BE49-F238E27FC236}">
                <a16:creationId xmlns:a16="http://schemas.microsoft.com/office/drawing/2014/main" id="{1126EAA4-7C49-4677-BC7F-76475CC0A19A}"/>
              </a:ext>
            </a:extLst>
          </p:cNvPr>
          <p:cNvSpPr/>
          <p:nvPr/>
        </p:nvSpPr>
        <p:spPr>
          <a:xfrm>
            <a:off x="11244080" y="3078303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>
            <a:hlinkClick r:id="" action="ppaction://noaction"/>
            <a:extLst>
              <a:ext uri="{FF2B5EF4-FFF2-40B4-BE49-F238E27FC236}">
                <a16:creationId xmlns:a16="http://schemas.microsoft.com/office/drawing/2014/main" id="{F35E70BC-2429-4BF3-8D0B-04F69E7D25F7}"/>
              </a:ext>
            </a:extLst>
          </p:cNvPr>
          <p:cNvSpPr/>
          <p:nvPr/>
        </p:nvSpPr>
        <p:spPr>
          <a:xfrm>
            <a:off x="11209355" y="5845678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Oval 5">
            <a:hlinkClick r:id="rId4" action="ppaction://hlinksldjump"/>
            <a:extLst>
              <a:ext uri="{FF2B5EF4-FFF2-40B4-BE49-F238E27FC236}">
                <a16:creationId xmlns:a16="http://schemas.microsoft.com/office/drawing/2014/main" id="{D6E034E9-CCB3-469B-96F8-90B76971A585}"/>
              </a:ext>
            </a:extLst>
          </p:cNvPr>
          <p:cNvSpPr/>
          <p:nvPr/>
        </p:nvSpPr>
        <p:spPr>
          <a:xfrm>
            <a:off x="10377817" y="1518210"/>
            <a:ext cx="1074211" cy="1164619"/>
          </a:xfrm>
          <a:custGeom>
            <a:avLst/>
            <a:gdLst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1066534"/>
              <a:gd name="connsiteX1" fmla="*/ 450000 w 900000"/>
              <a:gd name="connsiteY1" fmla="*/ 70413 h 1066534"/>
              <a:gd name="connsiteX2" fmla="*/ 900000 w 900000"/>
              <a:gd name="connsiteY2" fmla="*/ 520413 h 1066534"/>
              <a:gd name="connsiteX3" fmla="*/ 450000 w 900000"/>
              <a:gd name="connsiteY3" fmla="*/ 970413 h 1066534"/>
              <a:gd name="connsiteX4" fmla="*/ 0 w 900000"/>
              <a:gd name="connsiteY4" fmla="*/ 520413 h 1066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000" h="1066534">
                <a:moveTo>
                  <a:pt x="0" y="520413"/>
                </a:moveTo>
                <a:cubicBezTo>
                  <a:pt x="0" y="370413"/>
                  <a:pt x="513988" y="313481"/>
                  <a:pt x="450000" y="70413"/>
                </a:cubicBezTo>
                <a:cubicBezTo>
                  <a:pt x="386012" y="-172655"/>
                  <a:pt x="900000" y="271885"/>
                  <a:pt x="900000" y="520413"/>
                </a:cubicBezTo>
                <a:cubicBezTo>
                  <a:pt x="900000" y="768941"/>
                  <a:pt x="559631" y="635795"/>
                  <a:pt x="450000" y="970413"/>
                </a:cubicBezTo>
                <a:cubicBezTo>
                  <a:pt x="340369" y="1305031"/>
                  <a:pt x="0" y="670413"/>
                  <a:pt x="0" y="520413"/>
                </a:cubicBezTo>
                <a:close/>
              </a:path>
            </a:pathLst>
          </a:custGeom>
          <a:ln w="825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Content Placeholder 53">
            <a:extLst>
              <a:ext uri="{FF2B5EF4-FFF2-40B4-BE49-F238E27FC236}">
                <a16:creationId xmlns:a16="http://schemas.microsoft.com/office/drawing/2014/main" id="{0EC44D3F-39A2-4248-9C61-041C30B3E8B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79085" y="508934"/>
            <a:ext cx="9983788" cy="5138738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fa-IR" sz="2400" dirty="0">
                <a:solidFill>
                  <a:srgbClr val="0070C0"/>
                </a:solidFill>
                <a:ea typeface="+mj-ea"/>
                <a:cs typeface="B Titr"/>
              </a:rPr>
              <a:t>ارتباط با پردازش استریم</a:t>
            </a:r>
          </a:p>
        </p:txBody>
      </p:sp>
      <p:sp>
        <p:nvSpPr>
          <p:cNvPr id="55" name="Striped Right Arrow 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65D0FE6F-6A20-443B-819F-70694BD486C9}"/>
              </a:ext>
            </a:extLst>
          </p:cNvPr>
          <p:cNvSpPr/>
          <p:nvPr/>
        </p:nvSpPr>
        <p:spPr>
          <a:xfrm rot="16200000">
            <a:off x="80162" y="5783314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sp>
        <p:nvSpPr>
          <p:cNvPr id="56" name="Striped Right Arrow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DB522DE-5A4D-43B5-A848-3E741167A7BE}"/>
              </a:ext>
            </a:extLst>
          </p:cNvPr>
          <p:cNvSpPr/>
          <p:nvPr/>
        </p:nvSpPr>
        <p:spPr>
          <a:xfrm>
            <a:off x="644918" y="6352996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sp>
        <p:nvSpPr>
          <p:cNvPr id="57" name="Content Placeholder 12">
            <a:extLst>
              <a:ext uri="{FF2B5EF4-FFF2-40B4-BE49-F238E27FC236}">
                <a16:creationId xmlns:a16="http://schemas.microsoft.com/office/drawing/2014/main" id="{E858324C-1349-4EA9-B29B-1AB52293426B}"/>
              </a:ext>
            </a:extLst>
          </p:cNvPr>
          <p:cNvSpPr txBox="1">
            <a:spLocks/>
          </p:cNvSpPr>
          <p:nvPr/>
        </p:nvSpPr>
        <p:spPr>
          <a:xfrm>
            <a:off x="11526577" y="1064096"/>
            <a:ext cx="507444" cy="2220549"/>
          </a:xfrm>
          <a:prstGeom prst="rect">
            <a:avLst/>
          </a:prstGeom>
          <a:noFill/>
          <a:effectLst>
            <a:outerShdw blurRad="50800" dist="12700" dir="5400000" algn="ctr" rotWithShape="0">
              <a:schemeClr val="accent4">
                <a:lumMod val="20000"/>
                <a:lumOff val="80000"/>
                <a:alpha val="99000"/>
              </a:schemeClr>
            </a:outerShdw>
          </a:effectLst>
        </p:spPr>
        <p:txBody>
          <a:bodyPr vert="vert270" wrap="square" lIns="114108" tIns="57054" rIns="114108" bIns="57054" rtlCol="0">
            <a:spAutoFit/>
          </a:bodyPr>
          <a:lstStyle>
            <a:defPPr>
              <a:defRPr lang="en-US"/>
            </a:defPPr>
            <a:lvl1pPr algn="ctr" rtl="1">
              <a:defRPr sz="2000" b="1">
                <a:ln w="0"/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cs typeface="B Mitra" panose="00000400000000000000" pitchFamily="2" charset="-78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6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4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2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2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a-IR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ارتباط با پردازش استریم</a:t>
            </a:r>
            <a:endParaRPr 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22B9FB5-9E18-6EA3-F32B-E8492C18EC95}"/>
              </a:ext>
            </a:extLst>
          </p:cNvPr>
          <p:cNvSpPr txBox="1"/>
          <p:nvPr/>
        </p:nvSpPr>
        <p:spPr>
          <a:xfrm>
            <a:off x="11189247" y="515268"/>
            <a:ext cx="809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06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42BA8E3-4EB6-F964-3199-98CC4DD860B5}"/>
              </a:ext>
            </a:extLst>
          </p:cNvPr>
          <p:cNvSpPr txBox="1"/>
          <p:nvPr/>
        </p:nvSpPr>
        <p:spPr>
          <a:xfrm>
            <a:off x="10552719" y="1870753"/>
            <a:ext cx="523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7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5805CB2F-368D-BAEC-F7E6-F3923E4C3F25}"/>
              </a:ext>
            </a:extLst>
          </p:cNvPr>
          <p:cNvSpPr txBox="1"/>
          <p:nvPr/>
        </p:nvSpPr>
        <p:spPr>
          <a:xfrm>
            <a:off x="11194494" y="3436653"/>
            <a:ext cx="852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08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B7A7B4E0-5421-CEBB-3677-111B3A86878F}"/>
              </a:ext>
            </a:extLst>
          </p:cNvPr>
          <p:cNvSpPr txBox="1"/>
          <p:nvPr/>
        </p:nvSpPr>
        <p:spPr>
          <a:xfrm>
            <a:off x="11137005" y="4592044"/>
            <a:ext cx="860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09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1F66B0F-1BCB-988C-9118-B1A02DE5F67D}"/>
              </a:ext>
            </a:extLst>
          </p:cNvPr>
          <p:cNvGrpSpPr/>
          <p:nvPr/>
        </p:nvGrpSpPr>
        <p:grpSpPr>
          <a:xfrm>
            <a:off x="1351295" y="1182059"/>
            <a:ext cx="8939071" cy="858425"/>
            <a:chOff x="2168958" y="3600977"/>
            <a:chExt cx="8502557" cy="643817"/>
          </a:xfrm>
        </p:grpSpPr>
        <p:sp>
          <p:nvSpPr>
            <p:cNvPr id="9" name="Google Shape;332;p14">
              <a:extLst>
                <a:ext uri="{FF2B5EF4-FFF2-40B4-BE49-F238E27FC236}">
                  <a16:creationId xmlns:a16="http://schemas.microsoft.com/office/drawing/2014/main" id="{EA8DA136-2727-8DA0-7F16-C03C2F875C2D}"/>
                </a:ext>
              </a:extLst>
            </p:cNvPr>
            <p:cNvSpPr/>
            <p:nvPr/>
          </p:nvSpPr>
          <p:spPr>
            <a:xfrm>
              <a:off x="10001349" y="3757011"/>
              <a:ext cx="534176" cy="421199"/>
            </a:xfrm>
            <a:prstGeom prst="frame">
              <a:avLst>
                <a:gd name="adj1" fmla="val 7733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109710" tIns="109710" rIns="109710" bIns="109710" anchor="ctr" anchorCtr="0">
              <a:noAutofit/>
            </a:bodyPr>
            <a:lstStyle/>
            <a:p>
              <a:endParaRPr sz="2160"/>
            </a:p>
          </p:txBody>
        </p:sp>
        <p:sp>
          <p:nvSpPr>
            <p:cNvPr id="10" name="Google Shape;335;p14">
              <a:extLst>
                <a:ext uri="{FF2B5EF4-FFF2-40B4-BE49-F238E27FC236}">
                  <a16:creationId xmlns:a16="http://schemas.microsoft.com/office/drawing/2014/main" id="{9EE6AC38-CB90-A9B5-BDC3-BB4FF5EA1E66}"/>
                </a:ext>
              </a:extLst>
            </p:cNvPr>
            <p:cNvSpPr/>
            <p:nvPr/>
          </p:nvSpPr>
          <p:spPr>
            <a:xfrm>
              <a:off x="10059698" y="3600977"/>
              <a:ext cx="611817" cy="469739"/>
            </a:xfrm>
            <a:custGeom>
              <a:avLst/>
              <a:gdLst/>
              <a:ahLst/>
              <a:cxnLst/>
              <a:rect l="l" t="t" r="r" b="b"/>
              <a:pathLst>
                <a:path w="49380" h="51128" extrusionOk="0">
                  <a:moveTo>
                    <a:pt x="0" y="28404"/>
                  </a:moveTo>
                  <a:lnTo>
                    <a:pt x="18353" y="51128"/>
                  </a:lnTo>
                  <a:lnTo>
                    <a:pt x="49380" y="13109"/>
                  </a:lnTo>
                  <a:lnTo>
                    <a:pt x="33648" y="0"/>
                  </a:lnTo>
                  <a:lnTo>
                    <a:pt x="17916" y="41077"/>
                  </a:lnTo>
                  <a:lnTo>
                    <a:pt x="10487" y="15731"/>
                  </a:lnTo>
                  <a:close/>
                </a:path>
              </a:pathLst>
            </a:custGeom>
            <a:solidFill>
              <a:srgbClr val="55AFB3"/>
            </a:solidFill>
            <a:ln>
              <a:noFill/>
            </a:ln>
          </p:spPr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53C6D90-B237-19F7-02BB-57EECB8BCE2D}"/>
                </a:ext>
              </a:extLst>
            </p:cNvPr>
            <p:cNvSpPr/>
            <p:nvPr/>
          </p:nvSpPr>
          <p:spPr>
            <a:xfrm>
              <a:off x="2168958" y="3796403"/>
              <a:ext cx="7658585" cy="4483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defTabSz="85344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a-IR" sz="18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از </a:t>
              </a:r>
              <a:r>
                <a:rPr lang="en-US" sz="18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notification</a:t>
              </a:r>
              <a:r>
                <a:rPr lang="fa-IR" sz="18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 برای پردازش جریان </a:t>
              </a:r>
              <a:r>
                <a:rPr lang="en-US" b="1" dirty="0"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Stateless</a:t>
              </a:r>
              <a:r>
                <a:rPr lang="fa-IR" b="1" dirty="0"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 و از </a:t>
              </a:r>
              <a:r>
                <a:rPr lang="en-US" b="1" dirty="0"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replication</a:t>
              </a:r>
              <a:r>
                <a:rPr lang="fa-IR" b="1" dirty="0"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 برای پردازش جریان </a:t>
              </a:r>
              <a:r>
                <a:rPr lang="en-US" b="1" dirty="0"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stateful</a:t>
              </a:r>
              <a:r>
                <a:rPr lang="fa-IR" b="1" dirty="0"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 استفاده می شود.</a:t>
              </a:r>
              <a:endParaRPr lang="en-US" sz="2160" b="1" dirty="0"/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FB053F5E-E26A-B3A9-4E1C-CE0CE9D1D3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2380" y="2425726"/>
            <a:ext cx="7687748" cy="341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9120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C92C460C-76BE-438E-811E-7493C089E45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fa-IR" b="1" dirty="0"/>
              <a:t>ترکیب پروتکل های براساس درخواست و رویداد</a:t>
            </a:r>
            <a:endParaRPr lang="en-US" b="1" dirty="0"/>
          </a:p>
        </p:txBody>
      </p:sp>
      <p:sp>
        <p:nvSpPr>
          <p:cNvPr id="17" name="Google Shape;4326;p55">
            <a:hlinkClick r:id="rId2" action="ppaction://hlinksldjump"/>
            <a:extLst>
              <a:ext uri="{FF2B5EF4-FFF2-40B4-BE49-F238E27FC236}">
                <a16:creationId xmlns:a16="http://schemas.microsoft.com/office/drawing/2014/main" id="{A029967C-975B-4EE8-8F7A-3F7591479344}"/>
              </a:ext>
            </a:extLst>
          </p:cNvPr>
          <p:cNvSpPr/>
          <p:nvPr/>
        </p:nvSpPr>
        <p:spPr>
          <a:xfrm>
            <a:off x="11196893" y="6387218"/>
            <a:ext cx="482052" cy="421088"/>
          </a:xfrm>
          <a:custGeom>
            <a:avLst/>
            <a:gdLst/>
            <a:ahLst/>
            <a:cxnLst/>
            <a:rect l="l" t="t" r="r" b="b"/>
            <a:pathLst>
              <a:path w="11217" h="10342" extrusionOk="0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rgbClr val="003964"/>
          </a:solidFill>
          <a:ln>
            <a:solidFill>
              <a:srgbClr val="003964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" name="Oval 5">
            <a:hlinkClick r:id="rId3" action="ppaction://hlinksldjump"/>
            <a:extLst>
              <a:ext uri="{FF2B5EF4-FFF2-40B4-BE49-F238E27FC236}">
                <a16:creationId xmlns:a16="http://schemas.microsoft.com/office/drawing/2014/main" id="{4940BE9B-33E0-4111-979C-4EA84B9C2B71}"/>
              </a:ext>
            </a:extLst>
          </p:cNvPr>
          <p:cNvSpPr/>
          <p:nvPr/>
        </p:nvSpPr>
        <p:spPr>
          <a:xfrm>
            <a:off x="8798945" y="2098745"/>
            <a:ext cx="2880000" cy="3240000"/>
          </a:xfrm>
          <a:custGeom>
            <a:avLst/>
            <a:gdLst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1066534"/>
              <a:gd name="connsiteX1" fmla="*/ 450000 w 900000"/>
              <a:gd name="connsiteY1" fmla="*/ 70413 h 1066534"/>
              <a:gd name="connsiteX2" fmla="*/ 900000 w 900000"/>
              <a:gd name="connsiteY2" fmla="*/ 520413 h 1066534"/>
              <a:gd name="connsiteX3" fmla="*/ 450000 w 900000"/>
              <a:gd name="connsiteY3" fmla="*/ 970413 h 1066534"/>
              <a:gd name="connsiteX4" fmla="*/ 0 w 900000"/>
              <a:gd name="connsiteY4" fmla="*/ 520413 h 1066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000" h="1066534">
                <a:moveTo>
                  <a:pt x="0" y="520413"/>
                </a:moveTo>
                <a:cubicBezTo>
                  <a:pt x="0" y="370413"/>
                  <a:pt x="513988" y="313481"/>
                  <a:pt x="450000" y="70413"/>
                </a:cubicBezTo>
                <a:cubicBezTo>
                  <a:pt x="386012" y="-172655"/>
                  <a:pt x="900000" y="271885"/>
                  <a:pt x="900000" y="520413"/>
                </a:cubicBezTo>
                <a:cubicBezTo>
                  <a:pt x="900000" y="768941"/>
                  <a:pt x="559631" y="635795"/>
                  <a:pt x="450000" y="970413"/>
                </a:cubicBezTo>
                <a:cubicBezTo>
                  <a:pt x="340369" y="1305031"/>
                  <a:pt x="0" y="670413"/>
                  <a:pt x="0" y="520413"/>
                </a:cubicBezTo>
                <a:close/>
              </a:path>
            </a:pathLst>
          </a:custGeom>
          <a:ln w="825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Arrow: Chevron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3CAFDD6-B6D0-49BB-BFED-0120E4D93F50}"/>
              </a:ext>
            </a:extLst>
          </p:cNvPr>
          <p:cNvSpPr/>
          <p:nvPr/>
        </p:nvSpPr>
        <p:spPr>
          <a:xfrm>
            <a:off x="11776075" y="6457950"/>
            <a:ext cx="292100" cy="350356"/>
          </a:xfrm>
          <a:prstGeom prst="chevron">
            <a:avLst/>
          </a:prstGeom>
          <a:solidFill>
            <a:srgbClr val="3494B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8" name="Arrow: Chevron 2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78155F95-DDDB-4376-9E15-907C0F22EACD}"/>
              </a:ext>
            </a:extLst>
          </p:cNvPr>
          <p:cNvSpPr/>
          <p:nvPr/>
        </p:nvSpPr>
        <p:spPr>
          <a:xfrm flipH="1">
            <a:off x="10807663" y="6457950"/>
            <a:ext cx="292100" cy="350356"/>
          </a:xfrm>
          <a:prstGeom prst="chevron">
            <a:avLst/>
          </a:prstGeom>
          <a:solidFill>
            <a:srgbClr val="3494B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AF08C6-8C99-B661-C4D2-EFA356C4A3EC}"/>
              </a:ext>
            </a:extLst>
          </p:cNvPr>
          <p:cNvSpPr txBox="1"/>
          <p:nvPr/>
        </p:nvSpPr>
        <p:spPr>
          <a:xfrm>
            <a:off x="9585489" y="3485219"/>
            <a:ext cx="11701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4000" dirty="0">
                <a:solidFill>
                  <a:schemeClr val="bg1"/>
                </a:solidFill>
                <a:cs typeface="2  Yekan" panose="00000400000000000000" pitchFamily="2" charset="-78"/>
              </a:rPr>
              <a:t>8</a:t>
            </a:r>
            <a:endParaRPr lang="en-US" sz="40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F66CF8-5F24-FA60-6111-00AC5B5A6A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29101208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D2013E-8B66-4DAC-B5BC-6F8B3065F7CB}"/>
              </a:ext>
            </a:extLst>
          </p:cNvPr>
          <p:cNvSpPr/>
          <p:nvPr/>
        </p:nvSpPr>
        <p:spPr>
          <a:xfrm>
            <a:off x="10949651" y="0"/>
            <a:ext cx="12423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Oval 5">
            <a:extLst>
              <a:ext uri="{FF2B5EF4-FFF2-40B4-BE49-F238E27FC236}">
                <a16:creationId xmlns:a16="http://schemas.microsoft.com/office/drawing/2014/main" id="{F129CDBD-19EB-44B5-8F68-3F50E4198D01}"/>
              </a:ext>
            </a:extLst>
          </p:cNvPr>
          <p:cNvSpPr/>
          <p:nvPr/>
        </p:nvSpPr>
        <p:spPr>
          <a:xfrm>
            <a:off x="10377816" y="2862802"/>
            <a:ext cx="1074211" cy="1164619"/>
          </a:xfrm>
          <a:custGeom>
            <a:avLst/>
            <a:gdLst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1066534"/>
              <a:gd name="connsiteX1" fmla="*/ 450000 w 900000"/>
              <a:gd name="connsiteY1" fmla="*/ 70413 h 1066534"/>
              <a:gd name="connsiteX2" fmla="*/ 900000 w 900000"/>
              <a:gd name="connsiteY2" fmla="*/ 520413 h 1066534"/>
              <a:gd name="connsiteX3" fmla="*/ 450000 w 900000"/>
              <a:gd name="connsiteY3" fmla="*/ 970413 h 1066534"/>
              <a:gd name="connsiteX4" fmla="*/ 0 w 900000"/>
              <a:gd name="connsiteY4" fmla="*/ 520413 h 1066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000" h="1066534">
                <a:moveTo>
                  <a:pt x="0" y="520413"/>
                </a:moveTo>
                <a:cubicBezTo>
                  <a:pt x="0" y="370413"/>
                  <a:pt x="513988" y="313481"/>
                  <a:pt x="450000" y="70413"/>
                </a:cubicBezTo>
                <a:cubicBezTo>
                  <a:pt x="386012" y="-172655"/>
                  <a:pt x="900000" y="271885"/>
                  <a:pt x="900000" y="520413"/>
                </a:cubicBezTo>
                <a:cubicBezTo>
                  <a:pt x="900000" y="768941"/>
                  <a:pt x="559631" y="635795"/>
                  <a:pt x="450000" y="970413"/>
                </a:cubicBezTo>
                <a:cubicBezTo>
                  <a:pt x="340369" y="1305031"/>
                  <a:pt x="0" y="670413"/>
                  <a:pt x="0" y="520413"/>
                </a:cubicBezTo>
                <a:close/>
              </a:path>
            </a:pathLst>
          </a:custGeom>
          <a:ln w="825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hlinkClick r:id="" action="ppaction://noaction"/>
            <a:extLst>
              <a:ext uri="{FF2B5EF4-FFF2-40B4-BE49-F238E27FC236}">
                <a16:creationId xmlns:a16="http://schemas.microsoft.com/office/drawing/2014/main" id="{3C549233-7E33-47BF-AEF1-C0427DE61477}"/>
              </a:ext>
            </a:extLst>
          </p:cNvPr>
          <p:cNvSpPr/>
          <p:nvPr/>
        </p:nvSpPr>
        <p:spPr>
          <a:xfrm>
            <a:off x="11123207" y="4541383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Rectangle 28">
            <a:hlinkClick r:id="" action="ppaction://noaction"/>
            <a:extLst>
              <a:ext uri="{FF2B5EF4-FFF2-40B4-BE49-F238E27FC236}">
                <a16:creationId xmlns:a16="http://schemas.microsoft.com/office/drawing/2014/main" id="{BA503043-78E4-4374-996F-C87222864EA7}"/>
              </a:ext>
            </a:extLst>
          </p:cNvPr>
          <p:cNvSpPr/>
          <p:nvPr/>
        </p:nvSpPr>
        <p:spPr>
          <a:xfrm>
            <a:off x="11222860" y="5831842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hlinkClick r:id="" action="ppaction://noaction"/>
            <a:extLst>
              <a:ext uri="{FF2B5EF4-FFF2-40B4-BE49-F238E27FC236}">
                <a16:creationId xmlns:a16="http://schemas.microsoft.com/office/drawing/2014/main" id="{0C2154F5-D500-4BF7-9258-A4053D785C67}"/>
              </a:ext>
            </a:extLst>
          </p:cNvPr>
          <p:cNvSpPr/>
          <p:nvPr/>
        </p:nvSpPr>
        <p:spPr>
          <a:xfrm>
            <a:off x="11244080" y="4490772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>
            <a:hlinkClick r:id="" action="ppaction://noaction"/>
            <a:extLst>
              <a:ext uri="{FF2B5EF4-FFF2-40B4-BE49-F238E27FC236}">
                <a16:creationId xmlns:a16="http://schemas.microsoft.com/office/drawing/2014/main" id="{C2716587-8DF8-4BB2-BA88-9206B5B56BF4}"/>
              </a:ext>
            </a:extLst>
          </p:cNvPr>
          <p:cNvSpPr/>
          <p:nvPr/>
        </p:nvSpPr>
        <p:spPr>
          <a:xfrm>
            <a:off x="11209355" y="5845678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>
            <a:hlinkClick r:id="rId2" action="ppaction://hlinksldjump"/>
            <a:extLst>
              <a:ext uri="{FF2B5EF4-FFF2-40B4-BE49-F238E27FC236}">
                <a16:creationId xmlns:a16="http://schemas.microsoft.com/office/drawing/2014/main" id="{FA4DBCAD-AC89-4E71-B102-6933F1B8FA91}"/>
              </a:ext>
            </a:extLst>
          </p:cNvPr>
          <p:cNvSpPr/>
          <p:nvPr/>
        </p:nvSpPr>
        <p:spPr>
          <a:xfrm>
            <a:off x="11222860" y="442177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Rectangle 46">
            <a:hlinkClick r:id="rId3" action="ppaction://hlinksldjump"/>
            <a:extLst>
              <a:ext uri="{FF2B5EF4-FFF2-40B4-BE49-F238E27FC236}">
                <a16:creationId xmlns:a16="http://schemas.microsoft.com/office/drawing/2014/main" id="{DFDC85F8-C323-4600-8371-E9A13370B4EA}"/>
              </a:ext>
            </a:extLst>
          </p:cNvPr>
          <p:cNvSpPr/>
          <p:nvPr/>
        </p:nvSpPr>
        <p:spPr>
          <a:xfrm>
            <a:off x="11220931" y="1746859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2567C3C-FD46-4EB4-8DDB-8398D88D5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 </a:t>
            </a:r>
            <a:endParaRPr lang="en-GB" dirty="0"/>
          </a:p>
        </p:txBody>
      </p:sp>
      <p:sp>
        <p:nvSpPr>
          <p:cNvPr id="55" name="Striped Right Arrow 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6DBA47AE-6363-4266-B1C2-58C5E391E804}"/>
              </a:ext>
            </a:extLst>
          </p:cNvPr>
          <p:cNvSpPr/>
          <p:nvPr/>
        </p:nvSpPr>
        <p:spPr>
          <a:xfrm rot="16200000">
            <a:off x="80162" y="5783314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sp>
        <p:nvSpPr>
          <p:cNvPr id="56" name="Striped Right Arrow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56723B9-B9FC-4F66-AC4A-ADFF37E71705}"/>
              </a:ext>
            </a:extLst>
          </p:cNvPr>
          <p:cNvSpPr/>
          <p:nvPr/>
        </p:nvSpPr>
        <p:spPr>
          <a:xfrm>
            <a:off x="644918" y="6352996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87CB624-3AED-4984-9B1D-20EF5C3D1953}"/>
              </a:ext>
            </a:extLst>
          </p:cNvPr>
          <p:cNvSpPr txBox="1"/>
          <p:nvPr/>
        </p:nvSpPr>
        <p:spPr>
          <a:xfrm>
            <a:off x="11510615" y="2581021"/>
            <a:ext cx="538221" cy="1717612"/>
          </a:xfrm>
          <a:prstGeom prst="rect">
            <a:avLst/>
          </a:prstGeom>
          <a:noFill/>
          <a:effectLst>
            <a:outerShdw blurRad="50800" dist="12700" dir="5400000" algn="ctr" rotWithShape="0">
              <a:schemeClr val="accent4">
                <a:lumMod val="20000"/>
                <a:lumOff val="80000"/>
                <a:alpha val="99000"/>
              </a:schemeClr>
            </a:outerShdw>
          </a:effectLst>
        </p:spPr>
        <p:txBody>
          <a:bodyPr vert="vert270" wrap="square" lIns="114108" tIns="57054" rIns="114108" bIns="57054" rtlCol="0">
            <a:spAutoFit/>
          </a:bodyPr>
          <a:lstStyle>
            <a:defPPr>
              <a:defRPr lang="en-US"/>
            </a:defPPr>
            <a:lvl1pPr algn="ctr" rtl="1">
              <a:defRPr sz="2000" b="1">
                <a:ln w="0"/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cs typeface="B Mitra" panose="00000400000000000000" pitchFamily="2" charset="-78"/>
              </a:defRPr>
            </a:lvl1pPr>
          </a:lstStyle>
          <a:p>
            <a:r>
              <a:rPr lang="fa-IR" dirty="0"/>
              <a:t>ترکیب</a:t>
            </a:r>
            <a:endParaRPr lang="ar-OM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B68BC1-AAB1-F679-B565-A65CC59A471E}"/>
              </a:ext>
            </a:extLst>
          </p:cNvPr>
          <p:cNvSpPr txBox="1"/>
          <p:nvPr/>
        </p:nvSpPr>
        <p:spPr>
          <a:xfrm>
            <a:off x="11189247" y="515268"/>
            <a:ext cx="809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06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D3C502-CB9E-9B1E-6410-DA52C7AC59E1}"/>
              </a:ext>
            </a:extLst>
          </p:cNvPr>
          <p:cNvSpPr txBox="1"/>
          <p:nvPr/>
        </p:nvSpPr>
        <p:spPr>
          <a:xfrm>
            <a:off x="11150201" y="1677709"/>
            <a:ext cx="852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07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A89BAD-1ABC-B25B-2BE1-1E2374CD733C}"/>
              </a:ext>
            </a:extLst>
          </p:cNvPr>
          <p:cNvSpPr txBox="1"/>
          <p:nvPr/>
        </p:nvSpPr>
        <p:spPr>
          <a:xfrm>
            <a:off x="11137005" y="4592044"/>
            <a:ext cx="860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09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AEB605-2609-4D96-201C-DDF0EE5DA8E1}"/>
              </a:ext>
            </a:extLst>
          </p:cNvPr>
          <p:cNvSpPr txBox="1"/>
          <p:nvPr/>
        </p:nvSpPr>
        <p:spPr>
          <a:xfrm>
            <a:off x="10398831" y="3252974"/>
            <a:ext cx="852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8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59" name="Title 1">
            <a:extLst>
              <a:ext uri="{FF2B5EF4-FFF2-40B4-BE49-F238E27FC236}">
                <a16:creationId xmlns:a16="http://schemas.microsoft.com/office/drawing/2014/main" id="{D0D9C3C8-7320-8950-2FCF-B5A45CB6B9F6}"/>
              </a:ext>
            </a:extLst>
          </p:cNvPr>
          <p:cNvSpPr txBox="1">
            <a:spLocks/>
          </p:cNvSpPr>
          <p:nvPr/>
        </p:nvSpPr>
        <p:spPr>
          <a:xfrm>
            <a:off x="958460" y="218056"/>
            <a:ext cx="9567441" cy="891252"/>
          </a:xfrm>
          <a:prstGeom prst="rect">
            <a:avLst/>
          </a:prstGeom>
        </p:spPr>
        <p:txBody>
          <a:bodyPr anchor="ctr"/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rgbClr val="0070C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a-IR" b="1" dirty="0"/>
              <a:t>ترکیب پروتکل های </a:t>
            </a: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Request- and Event-Driven</a:t>
            </a:r>
            <a:r>
              <a:rPr lang="fa-IR" sz="3200" b="1" dirty="0"/>
              <a:t> </a:t>
            </a:r>
            <a:endParaRPr lang="en-US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B6501EC-978F-2953-4398-C110A7633CC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7564" y="1207775"/>
            <a:ext cx="9567863" cy="565760"/>
          </a:xfrm>
        </p:spPr>
        <p:txBody>
          <a:bodyPr/>
          <a:lstStyle/>
          <a:p>
            <a:r>
              <a:rPr lang="ar-SA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یک رویکرد رایج، به ویژه در سیستم‌های کوچک‌تر مبتنی بر وب، ترکیب پروتکل‌ها است</a:t>
            </a:r>
            <a:r>
              <a:rPr lang="fa-IR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.</a:t>
            </a:r>
            <a:endParaRPr lang="en-US" b="1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04A431-98F3-39DE-DE75-8624957F24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8048" y="1982155"/>
            <a:ext cx="6660776" cy="3664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2560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D2013E-8B66-4DAC-B5BC-6F8B3065F7CB}"/>
              </a:ext>
            </a:extLst>
          </p:cNvPr>
          <p:cNvSpPr/>
          <p:nvPr/>
        </p:nvSpPr>
        <p:spPr>
          <a:xfrm>
            <a:off x="10949651" y="0"/>
            <a:ext cx="12423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Oval 5">
            <a:extLst>
              <a:ext uri="{FF2B5EF4-FFF2-40B4-BE49-F238E27FC236}">
                <a16:creationId xmlns:a16="http://schemas.microsoft.com/office/drawing/2014/main" id="{F129CDBD-19EB-44B5-8F68-3F50E4198D01}"/>
              </a:ext>
            </a:extLst>
          </p:cNvPr>
          <p:cNvSpPr/>
          <p:nvPr/>
        </p:nvSpPr>
        <p:spPr>
          <a:xfrm>
            <a:off x="10377816" y="2862802"/>
            <a:ext cx="1074211" cy="1164619"/>
          </a:xfrm>
          <a:custGeom>
            <a:avLst/>
            <a:gdLst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1066534"/>
              <a:gd name="connsiteX1" fmla="*/ 450000 w 900000"/>
              <a:gd name="connsiteY1" fmla="*/ 70413 h 1066534"/>
              <a:gd name="connsiteX2" fmla="*/ 900000 w 900000"/>
              <a:gd name="connsiteY2" fmla="*/ 520413 h 1066534"/>
              <a:gd name="connsiteX3" fmla="*/ 450000 w 900000"/>
              <a:gd name="connsiteY3" fmla="*/ 970413 h 1066534"/>
              <a:gd name="connsiteX4" fmla="*/ 0 w 900000"/>
              <a:gd name="connsiteY4" fmla="*/ 520413 h 1066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000" h="1066534">
                <a:moveTo>
                  <a:pt x="0" y="520413"/>
                </a:moveTo>
                <a:cubicBezTo>
                  <a:pt x="0" y="370413"/>
                  <a:pt x="513988" y="313481"/>
                  <a:pt x="450000" y="70413"/>
                </a:cubicBezTo>
                <a:cubicBezTo>
                  <a:pt x="386012" y="-172655"/>
                  <a:pt x="900000" y="271885"/>
                  <a:pt x="900000" y="520413"/>
                </a:cubicBezTo>
                <a:cubicBezTo>
                  <a:pt x="900000" y="768941"/>
                  <a:pt x="559631" y="635795"/>
                  <a:pt x="450000" y="970413"/>
                </a:cubicBezTo>
                <a:cubicBezTo>
                  <a:pt x="340369" y="1305031"/>
                  <a:pt x="0" y="670413"/>
                  <a:pt x="0" y="520413"/>
                </a:cubicBezTo>
                <a:close/>
              </a:path>
            </a:pathLst>
          </a:custGeom>
          <a:ln w="825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hlinkClick r:id="" action="ppaction://noaction"/>
            <a:extLst>
              <a:ext uri="{FF2B5EF4-FFF2-40B4-BE49-F238E27FC236}">
                <a16:creationId xmlns:a16="http://schemas.microsoft.com/office/drawing/2014/main" id="{3C549233-7E33-47BF-AEF1-C0427DE61477}"/>
              </a:ext>
            </a:extLst>
          </p:cNvPr>
          <p:cNvSpPr/>
          <p:nvPr/>
        </p:nvSpPr>
        <p:spPr>
          <a:xfrm>
            <a:off x="11123207" y="4541383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Rectangle 28">
            <a:hlinkClick r:id="" action="ppaction://noaction"/>
            <a:extLst>
              <a:ext uri="{FF2B5EF4-FFF2-40B4-BE49-F238E27FC236}">
                <a16:creationId xmlns:a16="http://schemas.microsoft.com/office/drawing/2014/main" id="{BA503043-78E4-4374-996F-C87222864EA7}"/>
              </a:ext>
            </a:extLst>
          </p:cNvPr>
          <p:cNvSpPr/>
          <p:nvPr/>
        </p:nvSpPr>
        <p:spPr>
          <a:xfrm>
            <a:off x="11222860" y="5831842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hlinkClick r:id="" action="ppaction://noaction"/>
            <a:extLst>
              <a:ext uri="{FF2B5EF4-FFF2-40B4-BE49-F238E27FC236}">
                <a16:creationId xmlns:a16="http://schemas.microsoft.com/office/drawing/2014/main" id="{0C2154F5-D500-4BF7-9258-A4053D785C67}"/>
              </a:ext>
            </a:extLst>
          </p:cNvPr>
          <p:cNvSpPr/>
          <p:nvPr/>
        </p:nvSpPr>
        <p:spPr>
          <a:xfrm>
            <a:off x="11244080" y="4490772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>
            <a:hlinkClick r:id="" action="ppaction://noaction"/>
            <a:extLst>
              <a:ext uri="{FF2B5EF4-FFF2-40B4-BE49-F238E27FC236}">
                <a16:creationId xmlns:a16="http://schemas.microsoft.com/office/drawing/2014/main" id="{C2716587-8DF8-4BB2-BA88-9206B5B56BF4}"/>
              </a:ext>
            </a:extLst>
          </p:cNvPr>
          <p:cNvSpPr/>
          <p:nvPr/>
        </p:nvSpPr>
        <p:spPr>
          <a:xfrm>
            <a:off x="11209355" y="5845678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>
            <a:hlinkClick r:id="rId2" action="ppaction://hlinksldjump"/>
            <a:extLst>
              <a:ext uri="{FF2B5EF4-FFF2-40B4-BE49-F238E27FC236}">
                <a16:creationId xmlns:a16="http://schemas.microsoft.com/office/drawing/2014/main" id="{FA4DBCAD-AC89-4E71-B102-6933F1B8FA91}"/>
              </a:ext>
            </a:extLst>
          </p:cNvPr>
          <p:cNvSpPr/>
          <p:nvPr/>
        </p:nvSpPr>
        <p:spPr>
          <a:xfrm>
            <a:off x="11222860" y="442177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Rectangle 46">
            <a:hlinkClick r:id="rId3" action="ppaction://hlinksldjump"/>
            <a:extLst>
              <a:ext uri="{FF2B5EF4-FFF2-40B4-BE49-F238E27FC236}">
                <a16:creationId xmlns:a16="http://schemas.microsoft.com/office/drawing/2014/main" id="{DFDC85F8-C323-4600-8371-E9A13370B4EA}"/>
              </a:ext>
            </a:extLst>
          </p:cNvPr>
          <p:cNvSpPr/>
          <p:nvPr/>
        </p:nvSpPr>
        <p:spPr>
          <a:xfrm>
            <a:off x="11220931" y="1746859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2567C3C-FD46-4EB4-8DDB-8398D88D5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 </a:t>
            </a:r>
            <a:endParaRPr lang="en-GB" dirty="0"/>
          </a:p>
        </p:txBody>
      </p:sp>
      <p:sp>
        <p:nvSpPr>
          <p:cNvPr id="55" name="Striped Right Arrow 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6DBA47AE-6363-4266-B1C2-58C5E391E804}"/>
              </a:ext>
            </a:extLst>
          </p:cNvPr>
          <p:cNvSpPr/>
          <p:nvPr/>
        </p:nvSpPr>
        <p:spPr>
          <a:xfrm rot="16200000">
            <a:off x="80162" y="5783314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sp>
        <p:nvSpPr>
          <p:cNvPr id="56" name="Striped Right Arrow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56723B9-B9FC-4F66-AC4A-ADFF37E71705}"/>
              </a:ext>
            </a:extLst>
          </p:cNvPr>
          <p:cNvSpPr/>
          <p:nvPr/>
        </p:nvSpPr>
        <p:spPr>
          <a:xfrm>
            <a:off x="644918" y="6352996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87CB624-3AED-4984-9B1D-20EF5C3D1953}"/>
              </a:ext>
            </a:extLst>
          </p:cNvPr>
          <p:cNvSpPr txBox="1"/>
          <p:nvPr/>
        </p:nvSpPr>
        <p:spPr>
          <a:xfrm>
            <a:off x="11510615" y="2581021"/>
            <a:ext cx="538221" cy="1717612"/>
          </a:xfrm>
          <a:prstGeom prst="rect">
            <a:avLst/>
          </a:prstGeom>
          <a:noFill/>
          <a:effectLst>
            <a:outerShdw blurRad="50800" dist="12700" dir="5400000" algn="ctr" rotWithShape="0">
              <a:schemeClr val="accent4">
                <a:lumMod val="20000"/>
                <a:lumOff val="80000"/>
                <a:alpha val="99000"/>
              </a:schemeClr>
            </a:outerShdw>
          </a:effectLst>
        </p:spPr>
        <p:txBody>
          <a:bodyPr vert="vert270" wrap="square" lIns="114108" tIns="57054" rIns="114108" bIns="57054" rtlCol="0">
            <a:spAutoFit/>
          </a:bodyPr>
          <a:lstStyle>
            <a:defPPr>
              <a:defRPr lang="en-US"/>
            </a:defPPr>
            <a:lvl1pPr algn="ctr" rtl="1">
              <a:defRPr sz="2000" b="1">
                <a:ln w="0"/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cs typeface="B Mitra" panose="00000400000000000000" pitchFamily="2" charset="-78"/>
              </a:defRPr>
            </a:lvl1pPr>
          </a:lstStyle>
          <a:p>
            <a:r>
              <a:rPr lang="fa-IR" dirty="0"/>
              <a:t>ترکیب</a:t>
            </a:r>
            <a:endParaRPr lang="ar-OM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B68BC1-AAB1-F679-B565-A65CC59A471E}"/>
              </a:ext>
            </a:extLst>
          </p:cNvPr>
          <p:cNvSpPr txBox="1"/>
          <p:nvPr/>
        </p:nvSpPr>
        <p:spPr>
          <a:xfrm>
            <a:off x="11189247" y="515268"/>
            <a:ext cx="809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06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D3C502-CB9E-9B1E-6410-DA52C7AC59E1}"/>
              </a:ext>
            </a:extLst>
          </p:cNvPr>
          <p:cNvSpPr txBox="1"/>
          <p:nvPr/>
        </p:nvSpPr>
        <p:spPr>
          <a:xfrm>
            <a:off x="11150201" y="1677709"/>
            <a:ext cx="852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07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A89BAD-1ABC-B25B-2BE1-1E2374CD733C}"/>
              </a:ext>
            </a:extLst>
          </p:cNvPr>
          <p:cNvSpPr txBox="1"/>
          <p:nvPr/>
        </p:nvSpPr>
        <p:spPr>
          <a:xfrm>
            <a:off x="11137005" y="4592044"/>
            <a:ext cx="860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09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AEB605-2609-4D96-201C-DDF0EE5DA8E1}"/>
              </a:ext>
            </a:extLst>
          </p:cNvPr>
          <p:cNvSpPr txBox="1"/>
          <p:nvPr/>
        </p:nvSpPr>
        <p:spPr>
          <a:xfrm>
            <a:off x="10398831" y="3252974"/>
            <a:ext cx="852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8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59" name="Title 1">
            <a:extLst>
              <a:ext uri="{FF2B5EF4-FFF2-40B4-BE49-F238E27FC236}">
                <a16:creationId xmlns:a16="http://schemas.microsoft.com/office/drawing/2014/main" id="{D0D9C3C8-7320-8950-2FCF-B5A45CB6B9F6}"/>
              </a:ext>
            </a:extLst>
          </p:cNvPr>
          <p:cNvSpPr txBox="1">
            <a:spLocks/>
          </p:cNvSpPr>
          <p:nvPr/>
        </p:nvSpPr>
        <p:spPr>
          <a:xfrm>
            <a:off x="958460" y="218056"/>
            <a:ext cx="9567441" cy="891252"/>
          </a:xfrm>
          <a:prstGeom prst="rect">
            <a:avLst/>
          </a:prstGeom>
        </p:spPr>
        <p:txBody>
          <a:bodyPr anchor="ctr"/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rgbClr val="0070C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a-IR" b="1" dirty="0"/>
              <a:t>ترکیب پروتکل های </a:t>
            </a: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Request- and Event-Driven</a:t>
            </a:r>
            <a:r>
              <a:rPr lang="fa-IR" sz="3200" b="1" dirty="0"/>
              <a:t> </a:t>
            </a:r>
            <a:endParaRPr lang="en-US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B6501EC-978F-2953-4398-C110A7633CC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7564" y="1207775"/>
            <a:ext cx="9567863" cy="565760"/>
          </a:xfrm>
        </p:spPr>
        <p:txBody>
          <a:bodyPr/>
          <a:lstStyle/>
          <a:p>
            <a:pPr algn="r"/>
            <a:r>
              <a:rPr lang="fa-IR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در سیستم های بزرگتر سرویس ها در کنار هم قرار می گیرند (مثلا دپارتمان یا تیم)که پروتکل ها را داخل یک خوشه ترکیب می کنند و ارتباطات بین خوشه ها بر اساس رویداد هاست.</a:t>
            </a:r>
            <a:endParaRPr lang="en-US" b="1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2F648C-DF98-11C4-CC9D-A573C11E85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5541" y="1951162"/>
            <a:ext cx="5580678" cy="4418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3149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C92C460C-76BE-438E-811E-7493C089E45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fa-IR" b="1" dirty="0"/>
              <a:t>جمع بندی</a:t>
            </a:r>
            <a:endParaRPr lang="en-US" b="1" dirty="0"/>
          </a:p>
        </p:txBody>
      </p:sp>
      <p:sp>
        <p:nvSpPr>
          <p:cNvPr id="17" name="Google Shape;4326;p55">
            <a:hlinkClick r:id="rId2" action="ppaction://hlinksldjump"/>
            <a:extLst>
              <a:ext uri="{FF2B5EF4-FFF2-40B4-BE49-F238E27FC236}">
                <a16:creationId xmlns:a16="http://schemas.microsoft.com/office/drawing/2014/main" id="{A029967C-975B-4EE8-8F7A-3F7591479344}"/>
              </a:ext>
            </a:extLst>
          </p:cNvPr>
          <p:cNvSpPr/>
          <p:nvPr/>
        </p:nvSpPr>
        <p:spPr>
          <a:xfrm>
            <a:off x="11196893" y="6387218"/>
            <a:ext cx="482052" cy="421088"/>
          </a:xfrm>
          <a:custGeom>
            <a:avLst/>
            <a:gdLst/>
            <a:ahLst/>
            <a:cxnLst/>
            <a:rect l="l" t="t" r="r" b="b"/>
            <a:pathLst>
              <a:path w="11217" h="10342" extrusionOk="0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rgbClr val="003964"/>
          </a:solidFill>
          <a:ln>
            <a:solidFill>
              <a:srgbClr val="003964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" name="Oval 5">
            <a:hlinkClick r:id="" action="ppaction://noaction"/>
            <a:extLst>
              <a:ext uri="{FF2B5EF4-FFF2-40B4-BE49-F238E27FC236}">
                <a16:creationId xmlns:a16="http://schemas.microsoft.com/office/drawing/2014/main" id="{4940BE9B-33E0-4111-979C-4EA84B9C2B71}"/>
              </a:ext>
            </a:extLst>
          </p:cNvPr>
          <p:cNvSpPr/>
          <p:nvPr/>
        </p:nvSpPr>
        <p:spPr>
          <a:xfrm>
            <a:off x="8730578" y="2085298"/>
            <a:ext cx="2880000" cy="3240000"/>
          </a:xfrm>
          <a:custGeom>
            <a:avLst/>
            <a:gdLst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1066534"/>
              <a:gd name="connsiteX1" fmla="*/ 450000 w 900000"/>
              <a:gd name="connsiteY1" fmla="*/ 70413 h 1066534"/>
              <a:gd name="connsiteX2" fmla="*/ 900000 w 900000"/>
              <a:gd name="connsiteY2" fmla="*/ 520413 h 1066534"/>
              <a:gd name="connsiteX3" fmla="*/ 450000 w 900000"/>
              <a:gd name="connsiteY3" fmla="*/ 970413 h 1066534"/>
              <a:gd name="connsiteX4" fmla="*/ 0 w 900000"/>
              <a:gd name="connsiteY4" fmla="*/ 520413 h 1066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000" h="1066534">
                <a:moveTo>
                  <a:pt x="0" y="520413"/>
                </a:moveTo>
                <a:cubicBezTo>
                  <a:pt x="0" y="370413"/>
                  <a:pt x="513988" y="313481"/>
                  <a:pt x="450000" y="70413"/>
                </a:cubicBezTo>
                <a:cubicBezTo>
                  <a:pt x="386012" y="-172655"/>
                  <a:pt x="900000" y="271885"/>
                  <a:pt x="900000" y="520413"/>
                </a:cubicBezTo>
                <a:cubicBezTo>
                  <a:pt x="900000" y="768941"/>
                  <a:pt x="559631" y="635795"/>
                  <a:pt x="450000" y="970413"/>
                </a:cubicBezTo>
                <a:cubicBezTo>
                  <a:pt x="340369" y="1305031"/>
                  <a:pt x="0" y="670413"/>
                  <a:pt x="0" y="520413"/>
                </a:cubicBezTo>
                <a:close/>
              </a:path>
            </a:pathLst>
          </a:custGeom>
          <a:ln w="825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Arrow: Chevron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3CAFDD6-B6D0-49BB-BFED-0120E4D93F50}"/>
              </a:ext>
            </a:extLst>
          </p:cNvPr>
          <p:cNvSpPr/>
          <p:nvPr/>
        </p:nvSpPr>
        <p:spPr>
          <a:xfrm>
            <a:off x="11776075" y="6457950"/>
            <a:ext cx="292100" cy="350356"/>
          </a:xfrm>
          <a:prstGeom prst="chevron">
            <a:avLst/>
          </a:prstGeom>
          <a:solidFill>
            <a:srgbClr val="3494B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8" name="Arrow: Chevron 2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78155F95-DDDB-4376-9E15-907C0F22EACD}"/>
              </a:ext>
            </a:extLst>
          </p:cNvPr>
          <p:cNvSpPr/>
          <p:nvPr/>
        </p:nvSpPr>
        <p:spPr>
          <a:xfrm flipH="1">
            <a:off x="10807663" y="6457950"/>
            <a:ext cx="292100" cy="350356"/>
          </a:xfrm>
          <a:prstGeom prst="chevron">
            <a:avLst/>
          </a:prstGeom>
          <a:solidFill>
            <a:srgbClr val="3494B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AF08C6-8C99-B661-C4D2-EFA356C4A3EC}"/>
              </a:ext>
            </a:extLst>
          </p:cNvPr>
          <p:cNvSpPr txBox="1"/>
          <p:nvPr/>
        </p:nvSpPr>
        <p:spPr>
          <a:xfrm>
            <a:off x="9585489" y="3485219"/>
            <a:ext cx="11701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4000" dirty="0">
                <a:solidFill>
                  <a:schemeClr val="bg1"/>
                </a:solidFill>
                <a:cs typeface="2  Yekan" panose="00000400000000000000" pitchFamily="2" charset="-78"/>
              </a:rPr>
              <a:t>9</a:t>
            </a:r>
            <a:endParaRPr lang="en-US" sz="40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F66CF8-5F24-FA60-6111-00AC5B5A6A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24339608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C56A715-744B-4C71-BAA4-ABDE132EAA9F}"/>
              </a:ext>
            </a:extLst>
          </p:cNvPr>
          <p:cNvSpPr/>
          <p:nvPr/>
        </p:nvSpPr>
        <p:spPr>
          <a:xfrm>
            <a:off x="5897268" y="2969655"/>
            <a:ext cx="3457772" cy="3289778"/>
          </a:xfrm>
          <a:custGeom>
            <a:avLst/>
            <a:gdLst>
              <a:gd name="connsiteX0" fmla="*/ 3355633 w 3457772"/>
              <a:gd name="connsiteY0" fmla="*/ 3084939 h 3289778"/>
              <a:gd name="connsiteX1" fmla="*/ 3254987 w 3457772"/>
              <a:gd name="connsiteY1" fmla="*/ 3170876 h 3289778"/>
              <a:gd name="connsiteX2" fmla="*/ 3117404 w 3457772"/>
              <a:gd name="connsiteY2" fmla="*/ 3174263 h 3289778"/>
              <a:gd name="connsiteX3" fmla="*/ 123060 w 3457772"/>
              <a:gd name="connsiteY3" fmla="*/ 201722 h 3289778"/>
              <a:gd name="connsiteX4" fmla="*/ 201800 w 3457772"/>
              <a:gd name="connsiteY4" fmla="*/ 80649 h 3289778"/>
              <a:gd name="connsiteX5" fmla="*/ 80727 w 3457772"/>
              <a:gd name="connsiteY5" fmla="*/ 1898 h 3289778"/>
              <a:gd name="connsiteX6" fmla="*/ 1987 w 3457772"/>
              <a:gd name="connsiteY6" fmla="*/ 122982 h 3289778"/>
              <a:gd name="connsiteX7" fmla="*/ 80727 w 3457772"/>
              <a:gd name="connsiteY7" fmla="*/ 201722 h 3289778"/>
              <a:gd name="connsiteX8" fmla="*/ 3116768 w 3457772"/>
              <a:gd name="connsiteY8" fmla="*/ 3217019 h 3289778"/>
              <a:gd name="connsiteX9" fmla="*/ 3256891 w 3457772"/>
              <a:gd name="connsiteY9" fmla="*/ 3213632 h 3289778"/>
              <a:gd name="connsiteX10" fmla="*/ 3381775 w 3457772"/>
              <a:gd name="connsiteY10" fmla="*/ 3285980 h 3289778"/>
              <a:gd name="connsiteX11" fmla="*/ 3454059 w 3457772"/>
              <a:gd name="connsiteY11" fmla="*/ 3161139 h 3289778"/>
              <a:gd name="connsiteX12" fmla="*/ 3355423 w 3457772"/>
              <a:gd name="connsiteY12" fmla="*/ 3085363 h 3289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57772" h="3289778">
                <a:moveTo>
                  <a:pt x="3355633" y="3084939"/>
                </a:moveTo>
                <a:cubicBezTo>
                  <a:pt x="3305468" y="3084939"/>
                  <a:pt x="3262818" y="3121378"/>
                  <a:pt x="3254987" y="3170876"/>
                </a:cubicBezTo>
                <a:cubicBezTo>
                  <a:pt x="3209266" y="3172993"/>
                  <a:pt x="3163229" y="3174263"/>
                  <a:pt x="3117404" y="3174263"/>
                </a:cubicBezTo>
                <a:cubicBezTo>
                  <a:pt x="1473493" y="3174263"/>
                  <a:pt x="135020" y="1842774"/>
                  <a:pt x="123060" y="201722"/>
                </a:cubicBezTo>
                <a:cubicBezTo>
                  <a:pt x="178242" y="190027"/>
                  <a:pt x="213495" y="135819"/>
                  <a:pt x="201800" y="80649"/>
                </a:cubicBezTo>
                <a:cubicBezTo>
                  <a:pt x="190116" y="25466"/>
                  <a:pt x="135908" y="-9797"/>
                  <a:pt x="80727" y="1898"/>
                </a:cubicBezTo>
                <a:cubicBezTo>
                  <a:pt x="25546" y="13593"/>
                  <a:pt x="-9707" y="67800"/>
                  <a:pt x="1987" y="122982"/>
                </a:cubicBezTo>
                <a:cubicBezTo>
                  <a:pt x="10348" y="162489"/>
                  <a:pt x="41219" y="193350"/>
                  <a:pt x="80727" y="201722"/>
                </a:cubicBezTo>
                <a:cubicBezTo>
                  <a:pt x="92474" y="1870227"/>
                  <a:pt x="1448220" y="3216712"/>
                  <a:pt x="3116768" y="3217019"/>
                </a:cubicBezTo>
                <a:cubicBezTo>
                  <a:pt x="3163653" y="3217019"/>
                  <a:pt x="3210324" y="3215749"/>
                  <a:pt x="3256891" y="3213632"/>
                </a:cubicBezTo>
                <a:cubicBezTo>
                  <a:pt x="3271390" y="3268084"/>
                  <a:pt x="3327271" y="3300469"/>
                  <a:pt x="3381775" y="3285980"/>
                </a:cubicBezTo>
                <a:cubicBezTo>
                  <a:pt x="3436173" y="3271481"/>
                  <a:pt x="3468558" y="3215590"/>
                  <a:pt x="3454059" y="3161139"/>
                </a:cubicBezTo>
                <a:cubicBezTo>
                  <a:pt x="3442205" y="3116435"/>
                  <a:pt x="3401672" y="3085331"/>
                  <a:pt x="3355423" y="3085363"/>
                </a:cubicBezTo>
                <a:close/>
              </a:path>
            </a:pathLst>
          </a:custGeom>
          <a:solidFill>
            <a:srgbClr val="FFC000"/>
          </a:solidFill>
          <a:ln w="1058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24B47FE-9272-421F-8982-021F886AEA11}"/>
              </a:ext>
            </a:extLst>
          </p:cNvPr>
          <p:cNvSpPr/>
          <p:nvPr/>
        </p:nvSpPr>
        <p:spPr>
          <a:xfrm>
            <a:off x="8578458" y="411332"/>
            <a:ext cx="3167285" cy="4327566"/>
          </a:xfrm>
          <a:custGeom>
            <a:avLst/>
            <a:gdLst>
              <a:gd name="connsiteX0" fmla="*/ 2989927 w 3167285"/>
              <a:gd name="connsiteY0" fmla="*/ 4140112 h 4327566"/>
              <a:gd name="connsiteX1" fmla="*/ 1147792 w 3167285"/>
              <a:gd name="connsiteY1" fmla="*/ 258261 h 4327566"/>
              <a:gd name="connsiteX2" fmla="*/ 202277 w 3167285"/>
              <a:gd name="connsiteY2" fmla="*/ 82885 h 4327566"/>
              <a:gd name="connsiteX3" fmla="*/ 83003 w 3167285"/>
              <a:gd name="connsiteY3" fmla="*/ 1446 h 4327566"/>
              <a:gd name="connsiteX4" fmla="*/ 1511 w 3167285"/>
              <a:gd name="connsiteY4" fmla="*/ 120720 h 4327566"/>
              <a:gd name="connsiteX5" fmla="*/ 120786 w 3167285"/>
              <a:gd name="connsiteY5" fmla="*/ 202170 h 4327566"/>
              <a:gd name="connsiteX6" fmla="*/ 201325 w 3167285"/>
              <a:gd name="connsiteY6" fmla="*/ 125218 h 4327566"/>
              <a:gd name="connsiteX7" fmla="*/ 3123277 w 3167285"/>
              <a:gd name="connsiteY7" fmla="*/ 3118926 h 4327566"/>
              <a:gd name="connsiteX8" fmla="*/ 2949392 w 3167285"/>
              <a:gd name="connsiteY8" fmla="*/ 4124343 h 4327566"/>
              <a:gd name="connsiteX9" fmla="*/ 2933517 w 3167285"/>
              <a:gd name="connsiteY9" fmla="*/ 4122967 h 4327566"/>
              <a:gd name="connsiteX10" fmla="*/ 2831283 w 3167285"/>
              <a:gd name="connsiteY10" fmla="*/ 4225022 h 4327566"/>
              <a:gd name="connsiteX11" fmla="*/ 2933413 w 3167285"/>
              <a:gd name="connsiteY11" fmla="*/ 4327225 h 4327566"/>
              <a:gd name="connsiteX12" fmla="*/ 3035541 w 3167285"/>
              <a:gd name="connsiteY12" fmla="*/ 4225170 h 4327566"/>
              <a:gd name="connsiteX13" fmla="*/ 2990245 w 3167285"/>
              <a:gd name="connsiteY13" fmla="*/ 4140218 h 4327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167285" h="4327566">
                <a:moveTo>
                  <a:pt x="2989927" y="4140112"/>
                </a:moveTo>
                <a:cubicBezTo>
                  <a:pt x="3553172" y="2559491"/>
                  <a:pt x="2728412" y="821528"/>
                  <a:pt x="1147792" y="258261"/>
                </a:cubicBezTo>
                <a:cubicBezTo>
                  <a:pt x="843945" y="149973"/>
                  <a:pt x="524751" y="90780"/>
                  <a:pt x="202277" y="82885"/>
                </a:cubicBezTo>
                <a:cubicBezTo>
                  <a:pt x="191800" y="27460"/>
                  <a:pt x="138459" y="-9010"/>
                  <a:pt x="83003" y="1446"/>
                </a:cubicBezTo>
                <a:cubicBezTo>
                  <a:pt x="27546" y="11892"/>
                  <a:pt x="-8860" y="65295"/>
                  <a:pt x="1511" y="120720"/>
                </a:cubicBezTo>
                <a:cubicBezTo>
                  <a:pt x="11989" y="176156"/>
                  <a:pt x="65434" y="212615"/>
                  <a:pt x="120786" y="202170"/>
                </a:cubicBezTo>
                <a:cubicBezTo>
                  <a:pt x="160473" y="194687"/>
                  <a:pt x="192117" y="164525"/>
                  <a:pt x="201325" y="125218"/>
                </a:cubicBezTo>
                <a:cubicBezTo>
                  <a:pt x="1818775" y="163953"/>
                  <a:pt x="3123277" y="1491950"/>
                  <a:pt x="3123277" y="3118926"/>
                </a:cubicBezTo>
                <a:cubicBezTo>
                  <a:pt x="3123489" y="3461572"/>
                  <a:pt x="3064751" y="3801689"/>
                  <a:pt x="2949392" y="4124343"/>
                </a:cubicBezTo>
                <a:cubicBezTo>
                  <a:pt x="2944101" y="4123454"/>
                  <a:pt x="2938809" y="4122998"/>
                  <a:pt x="2933517" y="4122967"/>
                </a:cubicBezTo>
                <a:cubicBezTo>
                  <a:pt x="2877109" y="4122925"/>
                  <a:pt x="2831389" y="4168623"/>
                  <a:pt x="2831283" y="4225022"/>
                </a:cubicBezTo>
                <a:cubicBezTo>
                  <a:pt x="2831283" y="4281431"/>
                  <a:pt x="2877003" y="4327183"/>
                  <a:pt x="2933413" y="4327225"/>
                </a:cubicBezTo>
                <a:cubicBezTo>
                  <a:pt x="2989821" y="4327268"/>
                  <a:pt x="3035541" y="4281569"/>
                  <a:pt x="3035541" y="4225170"/>
                </a:cubicBezTo>
                <a:cubicBezTo>
                  <a:pt x="3035647" y="4191060"/>
                  <a:pt x="3018608" y="4159183"/>
                  <a:pt x="2990245" y="4140218"/>
                </a:cubicBezTo>
                <a:close/>
              </a:path>
            </a:pathLst>
          </a:custGeom>
          <a:solidFill>
            <a:srgbClr val="FFC000"/>
          </a:solidFill>
          <a:ln w="1058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3" name="CuadroTexto 11">
            <a:extLst>
              <a:ext uri="{FF2B5EF4-FFF2-40B4-BE49-F238E27FC236}">
                <a16:creationId xmlns:a16="http://schemas.microsoft.com/office/drawing/2014/main" id="{22FA2DE3-C377-49D9-B7FA-8E046B161728}"/>
              </a:ext>
            </a:extLst>
          </p:cNvPr>
          <p:cNvSpPr txBox="1"/>
          <p:nvPr/>
        </p:nvSpPr>
        <p:spPr>
          <a:xfrm>
            <a:off x="141082" y="1715572"/>
            <a:ext cx="5119133" cy="1357287"/>
          </a:xfrm>
          <a:prstGeom prst="rect">
            <a:avLst/>
          </a:prstGeom>
          <a:noFill/>
        </p:spPr>
        <p:txBody>
          <a:bodyPr wrap="square" lIns="82291" tIns="41144" rIns="82291" bIns="41144" rtlCol="0">
            <a:spAutoFit/>
          </a:bodyPr>
          <a:lstStyle/>
          <a:p>
            <a:pPr algn="ctr" defTabSz="822907" rtl="1">
              <a:lnSpc>
                <a:spcPct val="150000"/>
              </a:lnSpc>
            </a:pPr>
            <a:r>
              <a:rPr lang="fa-IR" b="1" dirty="0">
                <a:solidFill>
                  <a:srgbClr val="7030A0"/>
                </a:solidFill>
                <a:latin typeface="Times New Roman" pitchFamily="34" charset="-78"/>
                <a:cs typeface="+mj-cs"/>
              </a:rPr>
              <a:t>فصل ششم:</a:t>
            </a:r>
            <a:r>
              <a:rPr lang="en-US" b="1" dirty="0">
                <a:solidFill>
                  <a:srgbClr val="7030A0"/>
                </a:solidFill>
                <a:latin typeface="Times New Roman" pitchFamily="34" charset="-78"/>
                <a:cs typeface="+mj-cs"/>
              </a:rPr>
              <a:t> </a:t>
            </a:r>
            <a:r>
              <a:rPr lang="fa-IR" sz="2800" b="1" dirty="0">
                <a:solidFill>
                  <a:srgbClr val="0070C0"/>
                </a:solidFill>
                <a:latin typeface="Times New Roman" pitchFamily="18" charset="-78"/>
                <a:cs typeface="+mj-cs"/>
              </a:rPr>
              <a:t>پردازش رویدادها با توابع </a:t>
            </a:r>
            <a:r>
              <a:rPr lang="en-US" sz="2800" b="1" dirty="0">
                <a:solidFill>
                  <a:srgbClr val="0070C0"/>
                </a:solidFill>
                <a:latin typeface="Times New Roman" pitchFamily="18" charset="-78"/>
                <a:cs typeface="+mj-cs"/>
              </a:rPr>
              <a:t>Stateful</a:t>
            </a:r>
            <a:endParaRPr lang="fa-IR" sz="2800" b="1" dirty="0">
              <a:solidFill>
                <a:srgbClr val="0070C0"/>
              </a:solidFill>
              <a:latin typeface="Times New Roman" pitchFamily="18" charset="-78"/>
              <a:cs typeface="+mj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76D89E0-5DD6-4B42-9FC2-7D3C7C417BD1}"/>
              </a:ext>
            </a:extLst>
          </p:cNvPr>
          <p:cNvSpPr txBox="1"/>
          <p:nvPr/>
        </p:nvSpPr>
        <p:spPr>
          <a:xfrm>
            <a:off x="526791" y="4797256"/>
            <a:ext cx="4310376" cy="487404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square" lIns="105502" tIns="52750" rIns="105502" bIns="52750" rtlCol="0">
            <a:spAutoFit/>
          </a:bodyPr>
          <a:lstStyle/>
          <a:p>
            <a:pPr algn="ctr" defTabSz="1055009" rtl="1">
              <a:lnSpc>
                <a:spcPct val="150000"/>
              </a:lnSpc>
            </a:pPr>
            <a:r>
              <a:rPr lang="fa-IR" b="1" kern="0" dirty="0">
                <a:solidFill>
                  <a:srgbClr val="002060"/>
                </a:solidFill>
                <a:latin typeface="Times New Roman"/>
              </a:rPr>
              <a:t>محمدحسن امینی- علیرضا قائم پناه</a:t>
            </a:r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0CD2D8D9-56B5-8C51-7B0C-767468934C1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237" t="-14200" r="-35492" b="-13299"/>
          <a:stretch/>
        </p:blipFill>
        <p:spPr>
          <a:xfrm>
            <a:off x="6565440" y="1042840"/>
            <a:ext cx="4824000" cy="4824000"/>
          </a:xfrm>
        </p:spPr>
      </p:pic>
    </p:spTree>
    <p:extLst>
      <p:ext uri="{BB962C8B-B14F-4D97-AF65-F5344CB8AC3E}">
        <p14:creationId xmlns:p14="http://schemas.microsoft.com/office/powerpoint/2010/main" val="306328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/>
      <p:bldP spid="2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>
            <a:extLst>
              <a:ext uri="{FF2B5EF4-FFF2-40B4-BE49-F238E27FC236}">
                <a16:creationId xmlns:a16="http://schemas.microsoft.com/office/drawing/2014/main" id="{6DB0275F-AD0A-4FC4-AB74-15D84806725E}"/>
              </a:ext>
            </a:extLst>
          </p:cNvPr>
          <p:cNvGrpSpPr/>
          <p:nvPr/>
        </p:nvGrpSpPr>
        <p:grpSpPr>
          <a:xfrm>
            <a:off x="5192821" y="1268675"/>
            <a:ext cx="6091993" cy="1164619"/>
            <a:chOff x="5842632" y="691489"/>
            <a:chExt cx="6091993" cy="1164619"/>
          </a:xfrm>
        </p:grpSpPr>
        <p:sp>
          <p:nvSpPr>
            <p:cNvPr id="28" name="Oval 5">
              <a:extLst>
                <a:ext uri="{FF2B5EF4-FFF2-40B4-BE49-F238E27FC236}">
                  <a16:creationId xmlns:a16="http://schemas.microsoft.com/office/drawing/2014/main" id="{A7079C24-F8FF-4939-8676-3E181D8A6A81}"/>
                </a:ext>
              </a:extLst>
            </p:cNvPr>
            <p:cNvSpPr/>
            <p:nvPr/>
          </p:nvSpPr>
          <p:spPr>
            <a:xfrm>
              <a:off x="10860414" y="691489"/>
              <a:ext cx="1074211" cy="1164619"/>
            </a:xfrm>
            <a:custGeom>
              <a:avLst/>
              <a:gdLst>
                <a:gd name="connsiteX0" fmla="*/ 0 w 900000"/>
                <a:gd name="connsiteY0" fmla="*/ 450000 h 900000"/>
                <a:gd name="connsiteX1" fmla="*/ 450000 w 900000"/>
                <a:gd name="connsiteY1" fmla="*/ 0 h 900000"/>
                <a:gd name="connsiteX2" fmla="*/ 900000 w 900000"/>
                <a:gd name="connsiteY2" fmla="*/ 450000 h 900000"/>
                <a:gd name="connsiteX3" fmla="*/ 450000 w 900000"/>
                <a:gd name="connsiteY3" fmla="*/ 900000 h 900000"/>
                <a:gd name="connsiteX4" fmla="*/ 0 w 900000"/>
                <a:gd name="connsiteY4" fmla="*/ 450000 h 900000"/>
                <a:gd name="connsiteX0" fmla="*/ 0 w 900000"/>
                <a:gd name="connsiteY0" fmla="*/ 450000 h 900000"/>
                <a:gd name="connsiteX1" fmla="*/ 450000 w 900000"/>
                <a:gd name="connsiteY1" fmla="*/ 0 h 900000"/>
                <a:gd name="connsiteX2" fmla="*/ 900000 w 900000"/>
                <a:gd name="connsiteY2" fmla="*/ 450000 h 900000"/>
                <a:gd name="connsiteX3" fmla="*/ 450000 w 900000"/>
                <a:gd name="connsiteY3" fmla="*/ 900000 h 900000"/>
                <a:gd name="connsiteX4" fmla="*/ 0 w 900000"/>
                <a:gd name="connsiteY4" fmla="*/ 450000 h 900000"/>
                <a:gd name="connsiteX0" fmla="*/ 0 w 900000"/>
                <a:gd name="connsiteY0" fmla="*/ 520413 h 970413"/>
                <a:gd name="connsiteX1" fmla="*/ 450000 w 900000"/>
                <a:gd name="connsiteY1" fmla="*/ 70413 h 970413"/>
                <a:gd name="connsiteX2" fmla="*/ 900000 w 900000"/>
                <a:gd name="connsiteY2" fmla="*/ 520413 h 970413"/>
                <a:gd name="connsiteX3" fmla="*/ 450000 w 900000"/>
                <a:gd name="connsiteY3" fmla="*/ 970413 h 970413"/>
                <a:gd name="connsiteX4" fmla="*/ 0 w 900000"/>
                <a:gd name="connsiteY4" fmla="*/ 520413 h 970413"/>
                <a:gd name="connsiteX0" fmla="*/ 0 w 900000"/>
                <a:gd name="connsiteY0" fmla="*/ 520413 h 970413"/>
                <a:gd name="connsiteX1" fmla="*/ 450000 w 900000"/>
                <a:gd name="connsiteY1" fmla="*/ 70413 h 970413"/>
                <a:gd name="connsiteX2" fmla="*/ 900000 w 900000"/>
                <a:gd name="connsiteY2" fmla="*/ 520413 h 970413"/>
                <a:gd name="connsiteX3" fmla="*/ 450000 w 900000"/>
                <a:gd name="connsiteY3" fmla="*/ 970413 h 970413"/>
                <a:gd name="connsiteX4" fmla="*/ 0 w 900000"/>
                <a:gd name="connsiteY4" fmla="*/ 520413 h 970413"/>
                <a:gd name="connsiteX0" fmla="*/ 0 w 900000"/>
                <a:gd name="connsiteY0" fmla="*/ 520413 h 1066534"/>
                <a:gd name="connsiteX1" fmla="*/ 450000 w 900000"/>
                <a:gd name="connsiteY1" fmla="*/ 70413 h 1066534"/>
                <a:gd name="connsiteX2" fmla="*/ 900000 w 900000"/>
                <a:gd name="connsiteY2" fmla="*/ 520413 h 1066534"/>
                <a:gd name="connsiteX3" fmla="*/ 450000 w 900000"/>
                <a:gd name="connsiteY3" fmla="*/ 970413 h 1066534"/>
                <a:gd name="connsiteX4" fmla="*/ 0 w 900000"/>
                <a:gd name="connsiteY4" fmla="*/ 520413 h 1066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0000" h="1066534">
                  <a:moveTo>
                    <a:pt x="0" y="520413"/>
                  </a:moveTo>
                  <a:cubicBezTo>
                    <a:pt x="0" y="370413"/>
                    <a:pt x="513988" y="313481"/>
                    <a:pt x="450000" y="70413"/>
                  </a:cubicBezTo>
                  <a:cubicBezTo>
                    <a:pt x="386012" y="-172655"/>
                    <a:pt x="900000" y="271885"/>
                    <a:pt x="900000" y="520413"/>
                  </a:cubicBezTo>
                  <a:cubicBezTo>
                    <a:pt x="900000" y="768941"/>
                    <a:pt x="559631" y="635795"/>
                    <a:pt x="450000" y="970413"/>
                  </a:cubicBezTo>
                  <a:cubicBezTo>
                    <a:pt x="340369" y="1305031"/>
                    <a:pt x="0" y="670413"/>
                    <a:pt x="0" y="520413"/>
                  </a:cubicBezTo>
                  <a:close/>
                </a:path>
              </a:pathLst>
            </a:custGeom>
            <a:ln w="825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a-IR" sz="2800" dirty="0">
                  <a:cs typeface="2  Yekan" panose="00000400000000000000" pitchFamily="2" charset="-78"/>
                </a:rPr>
                <a:t>1</a:t>
              </a:r>
              <a:endParaRPr lang="en-GB" sz="2800" dirty="0">
                <a:cs typeface="2  Yekan" panose="00000400000000000000" pitchFamily="2" charset="-78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215C1B0F-5150-4B0F-930E-BFABE93F1B55}"/>
                </a:ext>
              </a:extLst>
            </p:cNvPr>
            <p:cNvSpPr/>
            <p:nvPr/>
          </p:nvSpPr>
          <p:spPr>
            <a:xfrm>
              <a:off x="5842632" y="1772954"/>
              <a:ext cx="4932000" cy="3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4108" tIns="57054" rIns="114108" bIns="57054" rtlCol="0" anchor="ctr"/>
            <a:lstStyle/>
            <a:p>
              <a:pPr algn="ctr"/>
              <a:endParaRPr lang="id-ID" sz="216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F0502020204030203" pitchFamily="34" charset="0"/>
                <a:ea typeface="Times New Roman" panose="020F0502020204030203" pitchFamily="34" charset="0"/>
                <a:cs typeface="Times New Roman" panose="020F0502020204030203" pitchFamily="34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C43D6F0-6328-43AA-8E49-32F9A4E0E7ED}"/>
                </a:ext>
              </a:extLst>
            </p:cNvPr>
            <p:cNvSpPr txBox="1"/>
            <p:nvPr/>
          </p:nvSpPr>
          <p:spPr>
            <a:xfrm>
              <a:off x="6997994" y="1100954"/>
              <a:ext cx="3723347" cy="632288"/>
            </a:xfrm>
            <a:prstGeom prst="rect">
              <a:avLst/>
            </a:prstGeom>
            <a:noFill/>
          </p:spPr>
          <p:txBody>
            <a:bodyPr wrap="square" lIns="114108" tIns="57054" rIns="114108" bIns="57054" rtlCol="0">
              <a:spAutoFit/>
            </a:bodyPr>
            <a:lstStyle/>
            <a:p>
              <a:pPr algn="r" rtl="1"/>
              <a:r>
                <a:rPr lang="fa-IR" sz="3360" b="1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cs typeface="B Mitra" panose="00000400000000000000" pitchFamily="2" charset="-78"/>
                </a:rPr>
                <a:t>مقدمه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85FFA2EE-A1FB-454D-A6C8-FF368223EF45}"/>
              </a:ext>
            </a:extLst>
          </p:cNvPr>
          <p:cNvGrpSpPr/>
          <p:nvPr/>
        </p:nvGrpSpPr>
        <p:grpSpPr>
          <a:xfrm>
            <a:off x="5192821" y="2780141"/>
            <a:ext cx="5247205" cy="685882"/>
            <a:chOff x="5842632" y="2202955"/>
            <a:chExt cx="5247205" cy="685882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E265C6CC-3960-41A2-98D3-6100388AE40E}"/>
                </a:ext>
              </a:extLst>
            </p:cNvPr>
            <p:cNvSpPr/>
            <p:nvPr/>
          </p:nvSpPr>
          <p:spPr>
            <a:xfrm>
              <a:off x="5842632" y="2852837"/>
              <a:ext cx="4932000" cy="3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4108" tIns="57054" rIns="114108" bIns="57054" rtlCol="0" anchor="ctr"/>
            <a:lstStyle/>
            <a:p>
              <a:pPr algn="ctr"/>
              <a:endParaRPr lang="id-ID" sz="216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F0502020204030203" pitchFamily="34" charset="0"/>
                <a:ea typeface="Times New Roman" panose="020F0502020204030203" pitchFamily="34" charset="0"/>
                <a:cs typeface="Times New Roman" panose="020F0502020204030203" pitchFamily="34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6450B7E-70F6-449C-B0E1-EA3013E37464}"/>
                </a:ext>
              </a:extLst>
            </p:cNvPr>
            <p:cNvSpPr txBox="1"/>
            <p:nvPr/>
          </p:nvSpPr>
          <p:spPr>
            <a:xfrm>
              <a:off x="6345049" y="2202955"/>
              <a:ext cx="4744788" cy="632287"/>
            </a:xfrm>
            <a:prstGeom prst="rect">
              <a:avLst/>
            </a:prstGeom>
            <a:noFill/>
          </p:spPr>
          <p:txBody>
            <a:bodyPr wrap="square" lIns="114108" tIns="57054" rIns="114108" bIns="57054" rtlCol="0">
              <a:spAutoFit/>
            </a:bodyPr>
            <a:lstStyle/>
            <a:p>
              <a:pPr algn="r" rtl="1"/>
              <a:r>
                <a:rPr lang="en-US" sz="3360" b="1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Stateful   </a:t>
              </a:r>
              <a:r>
                <a:rPr lang="fa-IR" sz="3360" b="1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کردن سرویس ها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EE3B7B10-A61B-4AE6-8277-38990FA6ED6A}"/>
              </a:ext>
            </a:extLst>
          </p:cNvPr>
          <p:cNvGrpSpPr/>
          <p:nvPr/>
        </p:nvGrpSpPr>
        <p:grpSpPr>
          <a:xfrm>
            <a:off x="5192821" y="3882141"/>
            <a:ext cx="4932000" cy="663765"/>
            <a:chOff x="5842632" y="3304955"/>
            <a:chExt cx="4932000" cy="663765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23DC6F6E-AF07-4ABF-95E2-6A9001B34BE7}"/>
                </a:ext>
              </a:extLst>
            </p:cNvPr>
            <p:cNvSpPr/>
            <p:nvPr/>
          </p:nvSpPr>
          <p:spPr>
            <a:xfrm>
              <a:off x="5842632" y="3932720"/>
              <a:ext cx="4932000" cy="3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4108" tIns="57054" rIns="114108" bIns="57054" rtlCol="0" anchor="ctr"/>
            <a:lstStyle/>
            <a:p>
              <a:pPr algn="ctr"/>
              <a:endParaRPr lang="id-ID" sz="216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F0502020204030203" pitchFamily="34" charset="0"/>
                <a:ea typeface="Times New Roman" panose="020F0502020204030203" pitchFamily="34" charset="0"/>
                <a:cs typeface="Times New Roman" panose="020F0502020204030203" pitchFamily="34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4D899F6C-9160-4BF2-BDAD-11C5FA0880F3}"/>
                </a:ext>
              </a:extLst>
            </p:cNvPr>
            <p:cNvSpPr txBox="1"/>
            <p:nvPr/>
          </p:nvSpPr>
          <p:spPr>
            <a:xfrm>
              <a:off x="6691584" y="3304955"/>
              <a:ext cx="4029757" cy="632288"/>
            </a:xfrm>
            <a:prstGeom prst="rect">
              <a:avLst/>
            </a:prstGeom>
            <a:noFill/>
          </p:spPr>
          <p:txBody>
            <a:bodyPr wrap="square" lIns="114108" tIns="57054" rIns="114108" bIns="57054" rtlCol="0">
              <a:spAutoFit/>
            </a:bodyPr>
            <a:lstStyle/>
            <a:p>
              <a:pPr algn="r" rtl="1"/>
              <a:r>
                <a:rPr lang="fa-IR" sz="3360" b="1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مثال های نیاز به </a:t>
              </a:r>
              <a:r>
                <a:rPr lang="en-US" sz="3360" b="1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State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DE54AE0A-3238-4154-AA4F-50D309CC469D}"/>
              </a:ext>
            </a:extLst>
          </p:cNvPr>
          <p:cNvGrpSpPr/>
          <p:nvPr/>
        </p:nvGrpSpPr>
        <p:grpSpPr>
          <a:xfrm>
            <a:off x="5192821" y="5001940"/>
            <a:ext cx="4932000" cy="641647"/>
            <a:chOff x="5842632" y="4406956"/>
            <a:chExt cx="4932000" cy="641647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A954C362-F838-453D-922E-AE2E2CBF0DA3}"/>
                </a:ext>
              </a:extLst>
            </p:cNvPr>
            <p:cNvSpPr/>
            <p:nvPr/>
          </p:nvSpPr>
          <p:spPr>
            <a:xfrm>
              <a:off x="5842632" y="5012603"/>
              <a:ext cx="4932000" cy="3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4108" tIns="57054" rIns="114108" bIns="57054" rtlCol="0" anchor="ctr"/>
            <a:lstStyle/>
            <a:p>
              <a:pPr algn="ctr"/>
              <a:endParaRPr lang="id-ID" sz="216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F0502020204030203" pitchFamily="34" charset="0"/>
                <a:ea typeface="Times New Roman" panose="020F0502020204030203" pitchFamily="34" charset="0"/>
                <a:cs typeface="Times New Roman" panose="020F0502020204030203" pitchFamily="34" charset="0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EF5AC3F-9641-46F1-8211-1BCDD1E9D5AA}"/>
                </a:ext>
              </a:extLst>
            </p:cNvPr>
            <p:cNvSpPr txBox="1"/>
            <p:nvPr/>
          </p:nvSpPr>
          <p:spPr>
            <a:xfrm>
              <a:off x="6234383" y="4406956"/>
              <a:ext cx="4486958" cy="632288"/>
            </a:xfrm>
            <a:prstGeom prst="rect">
              <a:avLst/>
            </a:prstGeom>
            <a:noFill/>
          </p:spPr>
          <p:txBody>
            <a:bodyPr wrap="square" lIns="114108" tIns="57054" rIns="114108" bIns="57054" rtlCol="0">
              <a:spAutoFit/>
            </a:bodyPr>
            <a:lstStyle/>
            <a:p>
              <a:pPr algn="r" rtl="1"/>
              <a:r>
                <a:rPr lang="fa-IR" sz="3360" b="1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cs typeface="B Lotus" pitchFamily="2" charset="-78"/>
                </a:rPr>
                <a:t>جمع بندی</a:t>
              </a:r>
            </a:p>
          </p:txBody>
        </p:sp>
      </p:grpSp>
      <p:sp>
        <p:nvSpPr>
          <p:cNvPr id="79" name="Title 8">
            <a:extLst>
              <a:ext uri="{FF2B5EF4-FFF2-40B4-BE49-F238E27FC236}">
                <a16:creationId xmlns:a16="http://schemas.microsoft.com/office/drawing/2014/main" id="{06404A35-C1A9-4B94-877F-B90C0B9B5EB0}"/>
              </a:ext>
            </a:extLst>
          </p:cNvPr>
          <p:cNvSpPr txBox="1">
            <a:spLocks/>
          </p:cNvSpPr>
          <p:nvPr/>
        </p:nvSpPr>
        <p:spPr>
          <a:xfrm>
            <a:off x="1351213" y="125675"/>
            <a:ext cx="6480621" cy="1143000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 algn="r" rtl="1">
              <a:buFont typeface="Wingdings" panose="05000000000000000000" pitchFamily="2" charset="2"/>
              <a:buChar char="v"/>
            </a:pPr>
            <a:r>
              <a:rPr lang="fa-IR" sz="3200" dirty="0">
                <a:cs typeface="B Titr" panose="00000700000000000000" pitchFamily="2" charset="-78"/>
              </a:rPr>
              <a:t>فهرست مطالب</a:t>
            </a:r>
            <a:endParaRPr lang="en-US" sz="3200" dirty="0">
              <a:cs typeface="B Titr" panose="00000700000000000000" pitchFamily="2" charset="-78"/>
            </a:endParaRPr>
          </a:p>
        </p:txBody>
      </p:sp>
      <p:sp>
        <p:nvSpPr>
          <p:cNvPr id="49" name="Oval 5">
            <a:extLst>
              <a:ext uri="{FF2B5EF4-FFF2-40B4-BE49-F238E27FC236}">
                <a16:creationId xmlns:a16="http://schemas.microsoft.com/office/drawing/2014/main" id="{13071FFF-81A1-E425-36E6-DBA7253445B5}"/>
              </a:ext>
            </a:extLst>
          </p:cNvPr>
          <p:cNvSpPr/>
          <p:nvPr/>
        </p:nvSpPr>
        <p:spPr>
          <a:xfrm>
            <a:off x="10210603" y="2461293"/>
            <a:ext cx="1074211" cy="1164619"/>
          </a:xfrm>
          <a:custGeom>
            <a:avLst/>
            <a:gdLst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1066534"/>
              <a:gd name="connsiteX1" fmla="*/ 450000 w 900000"/>
              <a:gd name="connsiteY1" fmla="*/ 70413 h 1066534"/>
              <a:gd name="connsiteX2" fmla="*/ 900000 w 900000"/>
              <a:gd name="connsiteY2" fmla="*/ 520413 h 1066534"/>
              <a:gd name="connsiteX3" fmla="*/ 450000 w 900000"/>
              <a:gd name="connsiteY3" fmla="*/ 970413 h 1066534"/>
              <a:gd name="connsiteX4" fmla="*/ 0 w 900000"/>
              <a:gd name="connsiteY4" fmla="*/ 520413 h 1066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000" h="1066534">
                <a:moveTo>
                  <a:pt x="0" y="520413"/>
                </a:moveTo>
                <a:cubicBezTo>
                  <a:pt x="0" y="370413"/>
                  <a:pt x="513988" y="313481"/>
                  <a:pt x="450000" y="70413"/>
                </a:cubicBezTo>
                <a:cubicBezTo>
                  <a:pt x="386012" y="-172655"/>
                  <a:pt x="900000" y="271885"/>
                  <a:pt x="900000" y="520413"/>
                </a:cubicBezTo>
                <a:cubicBezTo>
                  <a:pt x="900000" y="768941"/>
                  <a:pt x="559631" y="635795"/>
                  <a:pt x="450000" y="970413"/>
                </a:cubicBezTo>
                <a:cubicBezTo>
                  <a:pt x="340369" y="1305031"/>
                  <a:pt x="0" y="670413"/>
                  <a:pt x="0" y="520413"/>
                </a:cubicBezTo>
                <a:close/>
              </a:path>
            </a:pathLst>
          </a:custGeom>
          <a:ln w="825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800" dirty="0">
                <a:cs typeface="2  Yekan" panose="00000400000000000000" pitchFamily="2" charset="-78"/>
              </a:rPr>
              <a:t>2</a:t>
            </a:r>
            <a:endParaRPr lang="en-GB" sz="2800" dirty="0">
              <a:cs typeface="2  Yekan" panose="00000400000000000000" pitchFamily="2" charset="-78"/>
            </a:endParaRPr>
          </a:p>
        </p:txBody>
      </p:sp>
      <p:sp>
        <p:nvSpPr>
          <p:cNvPr id="50" name="Oval 5">
            <a:extLst>
              <a:ext uri="{FF2B5EF4-FFF2-40B4-BE49-F238E27FC236}">
                <a16:creationId xmlns:a16="http://schemas.microsoft.com/office/drawing/2014/main" id="{650C2B2C-35B9-035B-D4BD-C224241CB501}"/>
              </a:ext>
            </a:extLst>
          </p:cNvPr>
          <p:cNvSpPr/>
          <p:nvPr/>
        </p:nvSpPr>
        <p:spPr>
          <a:xfrm>
            <a:off x="10210603" y="3608115"/>
            <a:ext cx="1074211" cy="1164619"/>
          </a:xfrm>
          <a:custGeom>
            <a:avLst/>
            <a:gdLst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1066534"/>
              <a:gd name="connsiteX1" fmla="*/ 450000 w 900000"/>
              <a:gd name="connsiteY1" fmla="*/ 70413 h 1066534"/>
              <a:gd name="connsiteX2" fmla="*/ 900000 w 900000"/>
              <a:gd name="connsiteY2" fmla="*/ 520413 h 1066534"/>
              <a:gd name="connsiteX3" fmla="*/ 450000 w 900000"/>
              <a:gd name="connsiteY3" fmla="*/ 970413 h 1066534"/>
              <a:gd name="connsiteX4" fmla="*/ 0 w 900000"/>
              <a:gd name="connsiteY4" fmla="*/ 520413 h 1066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000" h="1066534">
                <a:moveTo>
                  <a:pt x="0" y="520413"/>
                </a:moveTo>
                <a:cubicBezTo>
                  <a:pt x="0" y="370413"/>
                  <a:pt x="513988" y="313481"/>
                  <a:pt x="450000" y="70413"/>
                </a:cubicBezTo>
                <a:cubicBezTo>
                  <a:pt x="386012" y="-172655"/>
                  <a:pt x="900000" y="271885"/>
                  <a:pt x="900000" y="520413"/>
                </a:cubicBezTo>
                <a:cubicBezTo>
                  <a:pt x="900000" y="768941"/>
                  <a:pt x="559631" y="635795"/>
                  <a:pt x="450000" y="970413"/>
                </a:cubicBezTo>
                <a:cubicBezTo>
                  <a:pt x="340369" y="1305031"/>
                  <a:pt x="0" y="670413"/>
                  <a:pt x="0" y="520413"/>
                </a:cubicBezTo>
                <a:close/>
              </a:path>
            </a:pathLst>
          </a:custGeom>
          <a:ln w="825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800" dirty="0">
                <a:cs typeface="2  Yekan" panose="00000400000000000000" pitchFamily="2" charset="-78"/>
              </a:rPr>
              <a:t>3</a:t>
            </a:r>
            <a:endParaRPr lang="en-GB" sz="2800" dirty="0">
              <a:cs typeface="2  Yekan" panose="00000400000000000000" pitchFamily="2" charset="-78"/>
            </a:endParaRPr>
          </a:p>
        </p:txBody>
      </p:sp>
      <p:sp>
        <p:nvSpPr>
          <p:cNvPr id="52" name="Oval 5">
            <a:extLst>
              <a:ext uri="{FF2B5EF4-FFF2-40B4-BE49-F238E27FC236}">
                <a16:creationId xmlns:a16="http://schemas.microsoft.com/office/drawing/2014/main" id="{36AEA3E5-8189-2240-724B-5C828541D4AA}"/>
              </a:ext>
            </a:extLst>
          </p:cNvPr>
          <p:cNvSpPr/>
          <p:nvPr/>
        </p:nvSpPr>
        <p:spPr>
          <a:xfrm>
            <a:off x="10263894" y="4776075"/>
            <a:ext cx="1074211" cy="1164619"/>
          </a:xfrm>
          <a:custGeom>
            <a:avLst/>
            <a:gdLst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1066534"/>
              <a:gd name="connsiteX1" fmla="*/ 450000 w 900000"/>
              <a:gd name="connsiteY1" fmla="*/ 70413 h 1066534"/>
              <a:gd name="connsiteX2" fmla="*/ 900000 w 900000"/>
              <a:gd name="connsiteY2" fmla="*/ 520413 h 1066534"/>
              <a:gd name="connsiteX3" fmla="*/ 450000 w 900000"/>
              <a:gd name="connsiteY3" fmla="*/ 970413 h 1066534"/>
              <a:gd name="connsiteX4" fmla="*/ 0 w 900000"/>
              <a:gd name="connsiteY4" fmla="*/ 520413 h 1066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000" h="1066534">
                <a:moveTo>
                  <a:pt x="0" y="520413"/>
                </a:moveTo>
                <a:cubicBezTo>
                  <a:pt x="0" y="370413"/>
                  <a:pt x="513988" y="313481"/>
                  <a:pt x="450000" y="70413"/>
                </a:cubicBezTo>
                <a:cubicBezTo>
                  <a:pt x="386012" y="-172655"/>
                  <a:pt x="900000" y="271885"/>
                  <a:pt x="900000" y="520413"/>
                </a:cubicBezTo>
                <a:cubicBezTo>
                  <a:pt x="900000" y="768941"/>
                  <a:pt x="559631" y="635795"/>
                  <a:pt x="450000" y="970413"/>
                </a:cubicBezTo>
                <a:cubicBezTo>
                  <a:pt x="340369" y="1305031"/>
                  <a:pt x="0" y="670413"/>
                  <a:pt x="0" y="520413"/>
                </a:cubicBezTo>
                <a:close/>
              </a:path>
            </a:pathLst>
          </a:custGeom>
          <a:ln w="825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800" dirty="0">
                <a:cs typeface="2  Yekan" panose="00000400000000000000" pitchFamily="2" charset="-78"/>
              </a:rPr>
              <a:t>4</a:t>
            </a:r>
            <a:endParaRPr lang="en-GB" sz="2800" dirty="0">
              <a:cs typeface="2  Yeka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81513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0" grpId="0" animBg="1"/>
      <p:bldP spid="5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5">
            <a:hlinkClick r:id="rId3" action="ppaction://hlinksldjump"/>
            <a:extLst>
              <a:ext uri="{FF2B5EF4-FFF2-40B4-BE49-F238E27FC236}">
                <a16:creationId xmlns:a16="http://schemas.microsoft.com/office/drawing/2014/main" id="{4FEC8B3B-1F5F-4536-BDBB-01725D03325A}"/>
              </a:ext>
            </a:extLst>
          </p:cNvPr>
          <p:cNvSpPr/>
          <p:nvPr/>
        </p:nvSpPr>
        <p:spPr>
          <a:xfrm>
            <a:off x="8885332" y="2298976"/>
            <a:ext cx="2880000" cy="3240000"/>
          </a:xfrm>
          <a:custGeom>
            <a:avLst/>
            <a:gdLst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1066534"/>
              <a:gd name="connsiteX1" fmla="*/ 450000 w 900000"/>
              <a:gd name="connsiteY1" fmla="*/ 70413 h 1066534"/>
              <a:gd name="connsiteX2" fmla="*/ 900000 w 900000"/>
              <a:gd name="connsiteY2" fmla="*/ 520413 h 1066534"/>
              <a:gd name="connsiteX3" fmla="*/ 450000 w 900000"/>
              <a:gd name="connsiteY3" fmla="*/ 970413 h 1066534"/>
              <a:gd name="connsiteX4" fmla="*/ 0 w 900000"/>
              <a:gd name="connsiteY4" fmla="*/ 520413 h 1066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000" h="1066534">
                <a:moveTo>
                  <a:pt x="0" y="520413"/>
                </a:moveTo>
                <a:cubicBezTo>
                  <a:pt x="0" y="370413"/>
                  <a:pt x="513988" y="313481"/>
                  <a:pt x="450000" y="70413"/>
                </a:cubicBezTo>
                <a:cubicBezTo>
                  <a:pt x="386012" y="-172655"/>
                  <a:pt x="900000" y="271885"/>
                  <a:pt x="900000" y="520413"/>
                </a:cubicBezTo>
                <a:cubicBezTo>
                  <a:pt x="900000" y="768941"/>
                  <a:pt x="559631" y="635795"/>
                  <a:pt x="450000" y="970413"/>
                </a:cubicBezTo>
                <a:cubicBezTo>
                  <a:pt x="340369" y="1305031"/>
                  <a:pt x="0" y="670413"/>
                  <a:pt x="0" y="520413"/>
                </a:cubicBezTo>
                <a:close/>
              </a:path>
            </a:pathLst>
          </a:custGeom>
          <a:ln w="825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cs typeface="B Titr" panose="00000700000000000000" pitchFamily="2" charset="-78"/>
            </a:endParaRPr>
          </a:p>
        </p:txBody>
      </p:sp>
      <p:sp>
        <p:nvSpPr>
          <p:cNvPr id="33" name="Content Placeholder 32">
            <a:extLst>
              <a:ext uri="{FF2B5EF4-FFF2-40B4-BE49-F238E27FC236}">
                <a16:creationId xmlns:a16="http://schemas.microsoft.com/office/drawing/2014/main" id="{E8897C0E-F1EA-42BD-9740-45A04F63B8F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fa-IR" dirty="0"/>
              <a:t>مقدمه</a:t>
            </a:r>
            <a:endParaRPr lang="ar-OM" dirty="0"/>
          </a:p>
        </p:txBody>
      </p:sp>
      <p:sp>
        <p:nvSpPr>
          <p:cNvPr id="19" name="Google Shape;4326;p55">
            <a:hlinkClick r:id="rId4" action="ppaction://hlinksldjump"/>
            <a:extLst>
              <a:ext uri="{FF2B5EF4-FFF2-40B4-BE49-F238E27FC236}">
                <a16:creationId xmlns:a16="http://schemas.microsoft.com/office/drawing/2014/main" id="{079B8287-46CF-4F02-98C3-B1E7BE70145D}"/>
              </a:ext>
            </a:extLst>
          </p:cNvPr>
          <p:cNvSpPr/>
          <p:nvPr/>
        </p:nvSpPr>
        <p:spPr>
          <a:xfrm>
            <a:off x="11196893" y="6387218"/>
            <a:ext cx="482052" cy="421088"/>
          </a:xfrm>
          <a:custGeom>
            <a:avLst/>
            <a:gdLst/>
            <a:ahLst/>
            <a:cxnLst/>
            <a:rect l="l" t="t" r="r" b="b"/>
            <a:pathLst>
              <a:path w="11217" h="10342" extrusionOk="0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rgbClr val="003964"/>
          </a:solidFill>
          <a:ln>
            <a:solidFill>
              <a:srgbClr val="003964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" name="Arrow: Chevron 2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CA98E42-2A50-4507-A5CC-5A9C114CDE93}"/>
              </a:ext>
            </a:extLst>
          </p:cNvPr>
          <p:cNvSpPr/>
          <p:nvPr/>
        </p:nvSpPr>
        <p:spPr>
          <a:xfrm>
            <a:off x="11776075" y="6457950"/>
            <a:ext cx="292100" cy="350356"/>
          </a:xfrm>
          <a:prstGeom prst="chevron">
            <a:avLst/>
          </a:prstGeom>
          <a:solidFill>
            <a:srgbClr val="3494B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7" name="Arrow: Chevron 2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512E6121-5D89-4F6E-9E8F-AD8173CCB308}"/>
              </a:ext>
            </a:extLst>
          </p:cNvPr>
          <p:cNvSpPr/>
          <p:nvPr/>
        </p:nvSpPr>
        <p:spPr>
          <a:xfrm flipH="1">
            <a:off x="10807663" y="6457950"/>
            <a:ext cx="292100" cy="350356"/>
          </a:xfrm>
          <a:prstGeom prst="chevron">
            <a:avLst/>
          </a:prstGeom>
          <a:solidFill>
            <a:srgbClr val="3494B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A5DD57-63E9-631B-889F-546538AE60DB}"/>
              </a:ext>
            </a:extLst>
          </p:cNvPr>
          <p:cNvSpPr txBox="1"/>
          <p:nvPr/>
        </p:nvSpPr>
        <p:spPr>
          <a:xfrm>
            <a:off x="9637486" y="3715657"/>
            <a:ext cx="11701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4000" dirty="0">
                <a:solidFill>
                  <a:schemeClr val="bg1"/>
                </a:solidFill>
                <a:cs typeface="2  Yekan" panose="00000400000000000000" pitchFamily="2" charset="-78"/>
              </a:rPr>
              <a:t>1</a:t>
            </a:r>
            <a:endParaRPr lang="en-US" sz="40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85B7BB04-AB41-6D67-6E30-F681202FBF5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66" t="-3349" r="15344" b="3349"/>
          <a:stretch/>
        </p:blipFill>
        <p:spPr>
          <a:xfrm>
            <a:off x="-1326262" y="-971782"/>
            <a:ext cx="5966304" cy="6130872"/>
          </a:xfrm>
        </p:spPr>
      </p:pic>
    </p:spTree>
    <p:extLst>
      <p:ext uri="{BB962C8B-B14F-4D97-AF65-F5344CB8AC3E}">
        <p14:creationId xmlns:p14="http://schemas.microsoft.com/office/powerpoint/2010/main" val="30702402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2BF8E5D-7419-4EC2-B783-7A3A45BE08B3}"/>
              </a:ext>
            </a:extLst>
          </p:cNvPr>
          <p:cNvSpPr/>
          <p:nvPr/>
        </p:nvSpPr>
        <p:spPr>
          <a:xfrm>
            <a:off x="10949651" y="0"/>
            <a:ext cx="12423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Rectangle 59">
            <a:hlinkClick r:id="rId3" action="ppaction://hlinksldjump"/>
            <a:extLst>
              <a:ext uri="{FF2B5EF4-FFF2-40B4-BE49-F238E27FC236}">
                <a16:creationId xmlns:a16="http://schemas.microsoft.com/office/drawing/2014/main" id="{9F2A817A-7E6F-45F4-9179-64527A033401}"/>
              </a:ext>
            </a:extLst>
          </p:cNvPr>
          <p:cNvSpPr/>
          <p:nvPr/>
        </p:nvSpPr>
        <p:spPr>
          <a:xfrm>
            <a:off x="11220931" y="1746859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Rectangle 60">
            <a:hlinkClick r:id="" action="ppaction://noaction"/>
            <a:extLst>
              <a:ext uri="{FF2B5EF4-FFF2-40B4-BE49-F238E27FC236}">
                <a16:creationId xmlns:a16="http://schemas.microsoft.com/office/drawing/2014/main" id="{8E54AF34-0C62-4DAF-8274-01E30BCB3515}"/>
              </a:ext>
            </a:extLst>
          </p:cNvPr>
          <p:cNvSpPr/>
          <p:nvPr/>
        </p:nvSpPr>
        <p:spPr>
          <a:xfrm>
            <a:off x="11209665" y="3151750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Rectangle 62">
            <a:hlinkClick r:id="" action="ppaction://noaction"/>
            <a:extLst>
              <a:ext uri="{FF2B5EF4-FFF2-40B4-BE49-F238E27FC236}">
                <a16:creationId xmlns:a16="http://schemas.microsoft.com/office/drawing/2014/main" id="{7701E4F5-A741-414F-9E5E-F21530B54D84}"/>
              </a:ext>
            </a:extLst>
          </p:cNvPr>
          <p:cNvSpPr/>
          <p:nvPr/>
        </p:nvSpPr>
        <p:spPr>
          <a:xfrm>
            <a:off x="11208501" y="5819188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Oval 5">
            <a:hlinkClick r:id="rId4" action="ppaction://hlinksldjump"/>
            <a:extLst>
              <a:ext uri="{FF2B5EF4-FFF2-40B4-BE49-F238E27FC236}">
                <a16:creationId xmlns:a16="http://schemas.microsoft.com/office/drawing/2014/main" id="{DAA14DA5-AE56-4725-8660-43720C7012CC}"/>
              </a:ext>
            </a:extLst>
          </p:cNvPr>
          <p:cNvSpPr/>
          <p:nvPr userDrawn="1"/>
        </p:nvSpPr>
        <p:spPr>
          <a:xfrm>
            <a:off x="10419766" y="227524"/>
            <a:ext cx="1065788" cy="1252198"/>
          </a:xfrm>
          <a:custGeom>
            <a:avLst/>
            <a:gdLst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1066534"/>
              <a:gd name="connsiteX1" fmla="*/ 450000 w 900000"/>
              <a:gd name="connsiteY1" fmla="*/ 70413 h 1066534"/>
              <a:gd name="connsiteX2" fmla="*/ 900000 w 900000"/>
              <a:gd name="connsiteY2" fmla="*/ 520413 h 1066534"/>
              <a:gd name="connsiteX3" fmla="*/ 450000 w 900000"/>
              <a:gd name="connsiteY3" fmla="*/ 970413 h 1066534"/>
              <a:gd name="connsiteX4" fmla="*/ 0 w 900000"/>
              <a:gd name="connsiteY4" fmla="*/ 520413 h 1066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000" h="1066534">
                <a:moveTo>
                  <a:pt x="0" y="520413"/>
                </a:moveTo>
                <a:cubicBezTo>
                  <a:pt x="0" y="370413"/>
                  <a:pt x="513988" y="313481"/>
                  <a:pt x="450000" y="70413"/>
                </a:cubicBezTo>
                <a:cubicBezTo>
                  <a:pt x="386012" y="-172655"/>
                  <a:pt x="900000" y="271885"/>
                  <a:pt x="900000" y="520413"/>
                </a:cubicBezTo>
                <a:cubicBezTo>
                  <a:pt x="900000" y="768941"/>
                  <a:pt x="559631" y="635795"/>
                  <a:pt x="450000" y="970413"/>
                </a:cubicBezTo>
                <a:cubicBezTo>
                  <a:pt x="340369" y="1305031"/>
                  <a:pt x="0" y="670413"/>
                  <a:pt x="0" y="520413"/>
                </a:cubicBezTo>
                <a:close/>
              </a:path>
            </a:pathLst>
          </a:custGeom>
          <a:ln w="825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cs typeface="B Titr" panose="00000700000000000000" pitchFamily="2" charset="-78"/>
            </a:endParaRPr>
          </a:p>
        </p:txBody>
      </p:sp>
      <p:sp>
        <p:nvSpPr>
          <p:cNvPr id="85" name="Title 84">
            <a:extLst>
              <a:ext uri="{FF2B5EF4-FFF2-40B4-BE49-F238E27FC236}">
                <a16:creationId xmlns:a16="http://schemas.microsoft.com/office/drawing/2014/main" id="{0AB545A4-F003-4150-A2F1-B37C44D8E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مقدمه </a:t>
            </a:r>
            <a:endParaRPr lang="en-GB" dirty="0"/>
          </a:p>
        </p:txBody>
      </p:sp>
      <p:sp>
        <p:nvSpPr>
          <p:cNvPr id="88" name="Content Placeholder 32">
            <a:extLst>
              <a:ext uri="{FF2B5EF4-FFF2-40B4-BE49-F238E27FC236}">
                <a16:creationId xmlns:a16="http://schemas.microsoft.com/office/drawing/2014/main" id="{B993B468-AE23-4C10-844D-4A5786CB820D}"/>
              </a:ext>
            </a:extLst>
          </p:cNvPr>
          <p:cNvSpPr txBox="1">
            <a:spLocks/>
          </p:cNvSpPr>
          <p:nvPr/>
        </p:nvSpPr>
        <p:spPr>
          <a:xfrm>
            <a:off x="11551833" y="-16017"/>
            <a:ext cx="538221" cy="1679787"/>
          </a:xfrm>
          <a:prstGeom prst="rect">
            <a:avLst/>
          </a:prstGeom>
          <a:noFill/>
          <a:effectLst>
            <a:outerShdw blurRad="50800" dist="12700" dir="5400000" algn="ctr" rotWithShape="0">
              <a:schemeClr val="accent4">
                <a:lumMod val="20000"/>
                <a:lumOff val="80000"/>
                <a:alpha val="99000"/>
              </a:schemeClr>
            </a:outerShdw>
          </a:effectLst>
        </p:spPr>
        <p:txBody>
          <a:bodyPr vert="vert270" wrap="square" lIns="114108" tIns="57054" rIns="114108" bIns="57054" rtlCol="0">
            <a:spAutoFit/>
          </a:bodyPr>
          <a:lstStyle>
            <a:defPPr>
              <a:defRPr lang="en-US"/>
            </a:defPPr>
            <a:lvl1pPr algn="ctr" rtl="1">
              <a:defRPr sz="2000" b="1">
                <a:ln w="0"/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cs typeface="B Mitra" panose="00000400000000000000" pitchFamily="2" charset="-78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6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4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2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2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a-IR" dirty="0"/>
              <a:t>مقدمه</a:t>
            </a:r>
            <a:endParaRPr lang="ar-OM" dirty="0"/>
          </a:p>
        </p:txBody>
      </p:sp>
      <p:sp>
        <p:nvSpPr>
          <p:cNvPr id="48" name="Content Placeholder 53">
            <a:extLst>
              <a:ext uri="{FF2B5EF4-FFF2-40B4-BE49-F238E27FC236}">
                <a16:creationId xmlns:a16="http://schemas.microsoft.com/office/drawing/2014/main" id="{E847F55A-84BE-42EA-9D93-2FA7E8CB234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661275" y="2692400"/>
            <a:ext cx="3208338" cy="357505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ar-SA" dirty="0">
                <a:cs typeface="B Nazanin" panose="00000400000000000000" pitchFamily="2" charset="-78"/>
              </a:rPr>
              <a:t>سبک‌های </a:t>
            </a:r>
            <a:r>
              <a:rPr lang="en-US" dirty="0">
                <a:cs typeface="B Nazanin" panose="00000400000000000000" pitchFamily="2" charset="-78"/>
              </a:rPr>
              <a:t>Imperative</a:t>
            </a:r>
            <a:r>
              <a:rPr lang="fa-IR" dirty="0">
                <a:cs typeface="B Nazanin" panose="00000400000000000000" pitchFamily="2" charset="-78"/>
              </a:rPr>
              <a:t> (دستوری) </a:t>
            </a:r>
            <a:r>
              <a:rPr lang="ar-SA" dirty="0">
                <a:cs typeface="B Nazanin" panose="00000400000000000000" pitchFamily="2" charset="-78"/>
              </a:rPr>
              <a:t>برنامه‌نویسی برخی از قدیمی‌ترین سبک‌های برنامه‌نویسی هستند </a:t>
            </a:r>
            <a:endParaRPr lang="ar-OM" dirty="0">
              <a:cs typeface="B Nazanin" panose="00000400000000000000" pitchFamily="2" charset="-78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CD5E692-D6FE-46A1-AF8B-9A3A3946B678}"/>
              </a:ext>
            </a:extLst>
          </p:cNvPr>
          <p:cNvGrpSpPr/>
          <p:nvPr/>
        </p:nvGrpSpPr>
        <p:grpSpPr>
          <a:xfrm>
            <a:off x="160788" y="701955"/>
            <a:ext cx="4599998" cy="5510214"/>
            <a:chOff x="160788" y="701955"/>
            <a:chExt cx="4599998" cy="5510214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B1434581-B7E7-41DE-B599-CE95AF9A7609}"/>
                </a:ext>
              </a:extLst>
            </p:cNvPr>
            <p:cNvGrpSpPr/>
            <p:nvPr/>
          </p:nvGrpSpPr>
          <p:grpSpPr>
            <a:xfrm>
              <a:off x="3846885" y="701955"/>
              <a:ext cx="913901" cy="5345259"/>
              <a:chOff x="7289480" y="756211"/>
              <a:chExt cx="913901" cy="5345259"/>
            </a:xfrm>
            <a:solidFill>
              <a:srgbClr val="55AFB3"/>
            </a:solidFill>
          </p:grpSpPr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D858FB61-C941-47C7-8C05-ECBBBD3B8BF7}"/>
                  </a:ext>
                </a:extLst>
              </p:cNvPr>
              <p:cNvSpPr/>
              <p:nvPr/>
            </p:nvSpPr>
            <p:spPr>
              <a:xfrm>
                <a:off x="7437860" y="899371"/>
                <a:ext cx="622511" cy="622511"/>
              </a:xfrm>
              <a:custGeom>
                <a:avLst/>
                <a:gdLst>
                  <a:gd name="connsiteX0" fmla="*/ 622512 w 622511"/>
                  <a:gd name="connsiteY0" fmla="*/ 311256 h 622511"/>
                  <a:gd name="connsiteX1" fmla="*/ 311256 w 622511"/>
                  <a:gd name="connsiteY1" fmla="*/ 622512 h 622511"/>
                  <a:gd name="connsiteX2" fmla="*/ 0 w 622511"/>
                  <a:gd name="connsiteY2" fmla="*/ 311256 h 622511"/>
                  <a:gd name="connsiteX3" fmla="*/ 311256 w 622511"/>
                  <a:gd name="connsiteY3" fmla="*/ 0 h 622511"/>
                  <a:gd name="connsiteX4" fmla="*/ 622512 w 622511"/>
                  <a:gd name="connsiteY4" fmla="*/ 311256 h 622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2511" h="622511">
                    <a:moveTo>
                      <a:pt x="622512" y="311256"/>
                    </a:moveTo>
                    <a:cubicBezTo>
                      <a:pt x="622512" y="483158"/>
                      <a:pt x="483158" y="622512"/>
                      <a:pt x="311256" y="622512"/>
                    </a:cubicBezTo>
                    <a:cubicBezTo>
                      <a:pt x="139354" y="622512"/>
                      <a:pt x="0" y="483158"/>
                      <a:pt x="0" y="311256"/>
                    </a:cubicBezTo>
                    <a:cubicBezTo>
                      <a:pt x="0" y="139354"/>
                      <a:pt x="139354" y="0"/>
                      <a:pt x="311256" y="0"/>
                    </a:cubicBezTo>
                    <a:cubicBezTo>
                      <a:pt x="483158" y="0"/>
                      <a:pt x="622512" y="139354"/>
                      <a:pt x="622512" y="311256"/>
                    </a:cubicBezTo>
                    <a:close/>
                  </a:path>
                </a:pathLst>
              </a:custGeom>
              <a:grpFill/>
              <a:ln w="105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rgbClr val="24497D"/>
                  </a:solidFill>
                </a:endParaRPr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EDF38337-5495-40F4-83FC-058C3C97E8DC}"/>
                  </a:ext>
                </a:extLst>
              </p:cNvPr>
              <p:cNvSpPr/>
              <p:nvPr/>
            </p:nvSpPr>
            <p:spPr>
              <a:xfrm>
                <a:off x="7437860" y="3117744"/>
                <a:ext cx="622511" cy="622511"/>
              </a:xfrm>
              <a:custGeom>
                <a:avLst/>
                <a:gdLst>
                  <a:gd name="connsiteX0" fmla="*/ 622512 w 622511"/>
                  <a:gd name="connsiteY0" fmla="*/ 311256 h 622511"/>
                  <a:gd name="connsiteX1" fmla="*/ 311256 w 622511"/>
                  <a:gd name="connsiteY1" fmla="*/ 622512 h 622511"/>
                  <a:gd name="connsiteX2" fmla="*/ 0 w 622511"/>
                  <a:gd name="connsiteY2" fmla="*/ 311256 h 622511"/>
                  <a:gd name="connsiteX3" fmla="*/ 311256 w 622511"/>
                  <a:gd name="connsiteY3" fmla="*/ 0 h 622511"/>
                  <a:gd name="connsiteX4" fmla="*/ 622512 w 622511"/>
                  <a:gd name="connsiteY4" fmla="*/ 311256 h 622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2511" h="622511">
                    <a:moveTo>
                      <a:pt x="622512" y="311256"/>
                    </a:moveTo>
                    <a:cubicBezTo>
                      <a:pt x="622512" y="483158"/>
                      <a:pt x="483158" y="622512"/>
                      <a:pt x="311256" y="622512"/>
                    </a:cubicBezTo>
                    <a:cubicBezTo>
                      <a:pt x="139354" y="622512"/>
                      <a:pt x="0" y="483158"/>
                      <a:pt x="0" y="311256"/>
                    </a:cubicBezTo>
                    <a:cubicBezTo>
                      <a:pt x="0" y="139354"/>
                      <a:pt x="139354" y="0"/>
                      <a:pt x="311256" y="0"/>
                    </a:cubicBezTo>
                    <a:cubicBezTo>
                      <a:pt x="483158" y="0"/>
                      <a:pt x="622512" y="139354"/>
                      <a:pt x="622512" y="311256"/>
                    </a:cubicBezTo>
                    <a:close/>
                  </a:path>
                </a:pathLst>
              </a:custGeom>
              <a:grpFill/>
              <a:ln w="105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rgbClr val="24497D"/>
                  </a:solidFill>
                </a:endParaRPr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9098A20F-4C4E-4E95-B4BF-0E2172816082}"/>
                  </a:ext>
                </a:extLst>
              </p:cNvPr>
              <p:cNvSpPr/>
              <p:nvPr/>
            </p:nvSpPr>
            <p:spPr>
              <a:xfrm>
                <a:off x="7437860" y="5335693"/>
                <a:ext cx="622511" cy="622511"/>
              </a:xfrm>
              <a:custGeom>
                <a:avLst/>
                <a:gdLst>
                  <a:gd name="connsiteX0" fmla="*/ 622512 w 622511"/>
                  <a:gd name="connsiteY0" fmla="*/ 311256 h 622511"/>
                  <a:gd name="connsiteX1" fmla="*/ 311256 w 622511"/>
                  <a:gd name="connsiteY1" fmla="*/ 622511 h 622511"/>
                  <a:gd name="connsiteX2" fmla="*/ 0 w 622511"/>
                  <a:gd name="connsiteY2" fmla="*/ 311256 h 622511"/>
                  <a:gd name="connsiteX3" fmla="*/ 311256 w 622511"/>
                  <a:gd name="connsiteY3" fmla="*/ 0 h 622511"/>
                  <a:gd name="connsiteX4" fmla="*/ 622512 w 622511"/>
                  <a:gd name="connsiteY4" fmla="*/ 311256 h 622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2511" h="622511">
                    <a:moveTo>
                      <a:pt x="622512" y="311256"/>
                    </a:moveTo>
                    <a:cubicBezTo>
                      <a:pt x="622512" y="483158"/>
                      <a:pt x="483158" y="622511"/>
                      <a:pt x="311256" y="622511"/>
                    </a:cubicBezTo>
                    <a:cubicBezTo>
                      <a:pt x="139354" y="622511"/>
                      <a:pt x="0" y="483158"/>
                      <a:pt x="0" y="311256"/>
                    </a:cubicBezTo>
                    <a:cubicBezTo>
                      <a:pt x="0" y="139354"/>
                      <a:pt x="139354" y="0"/>
                      <a:pt x="311256" y="0"/>
                    </a:cubicBezTo>
                    <a:cubicBezTo>
                      <a:pt x="483158" y="0"/>
                      <a:pt x="622512" y="139354"/>
                      <a:pt x="622512" y="311256"/>
                    </a:cubicBezTo>
                    <a:close/>
                  </a:path>
                </a:pathLst>
              </a:custGeom>
              <a:grpFill/>
              <a:ln w="105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rgbClr val="24497D"/>
                  </a:solidFill>
                </a:endParaRPr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F72335C0-4223-48BE-AB76-C5DD3B6E51F8}"/>
                  </a:ext>
                </a:extLst>
              </p:cNvPr>
              <p:cNvSpPr/>
              <p:nvPr/>
            </p:nvSpPr>
            <p:spPr>
              <a:xfrm>
                <a:off x="7289480" y="756211"/>
                <a:ext cx="913901" cy="5345259"/>
              </a:xfrm>
              <a:custGeom>
                <a:avLst/>
                <a:gdLst>
                  <a:gd name="connsiteX0" fmla="*/ 909885 w 913901"/>
                  <a:gd name="connsiteY0" fmla="*/ 2672447 h 5345259"/>
                  <a:gd name="connsiteX1" fmla="*/ 460833 w 913901"/>
                  <a:gd name="connsiteY1" fmla="*/ 2218210 h 5345259"/>
                  <a:gd name="connsiteX2" fmla="*/ 460833 w 913901"/>
                  <a:gd name="connsiteY2" fmla="*/ 908311 h 5345259"/>
                  <a:gd name="connsiteX3" fmla="*/ 909885 w 913901"/>
                  <a:gd name="connsiteY3" fmla="*/ 448709 h 5345259"/>
                  <a:gd name="connsiteX4" fmla="*/ 450249 w 913901"/>
                  <a:gd name="connsiteY4" fmla="*/ -311 h 5345259"/>
                  <a:gd name="connsiteX5" fmla="*/ 1202 w 913901"/>
                  <a:gd name="connsiteY5" fmla="*/ 459292 h 5345259"/>
                  <a:gd name="connsiteX6" fmla="*/ 450249 w 913901"/>
                  <a:gd name="connsiteY6" fmla="*/ 908311 h 5345259"/>
                  <a:gd name="connsiteX7" fmla="*/ 450249 w 913901"/>
                  <a:gd name="connsiteY7" fmla="*/ 2218210 h 5345259"/>
                  <a:gd name="connsiteX8" fmla="*/ -3987 w 913901"/>
                  <a:gd name="connsiteY8" fmla="*/ 2672447 h 5345259"/>
                  <a:gd name="connsiteX9" fmla="*/ 450249 w 913901"/>
                  <a:gd name="connsiteY9" fmla="*/ 3126683 h 5345259"/>
                  <a:gd name="connsiteX10" fmla="*/ 450249 w 913901"/>
                  <a:gd name="connsiteY10" fmla="*/ 4436265 h 5345259"/>
                  <a:gd name="connsiteX11" fmla="*/ 1202 w 913901"/>
                  <a:gd name="connsiteY11" fmla="*/ 4895868 h 5345259"/>
                  <a:gd name="connsiteX12" fmla="*/ 460833 w 913901"/>
                  <a:gd name="connsiteY12" fmla="*/ 5344887 h 5345259"/>
                  <a:gd name="connsiteX13" fmla="*/ 909885 w 913901"/>
                  <a:gd name="connsiteY13" fmla="*/ 4885284 h 5345259"/>
                  <a:gd name="connsiteX14" fmla="*/ 460833 w 913901"/>
                  <a:gd name="connsiteY14" fmla="*/ 4436265 h 5345259"/>
                  <a:gd name="connsiteX15" fmla="*/ 460833 w 913901"/>
                  <a:gd name="connsiteY15" fmla="*/ 3126683 h 5345259"/>
                  <a:gd name="connsiteX16" fmla="*/ 909885 w 913901"/>
                  <a:gd name="connsiteY16" fmla="*/ 2672447 h 5345259"/>
                  <a:gd name="connsiteX17" fmla="*/ 11785 w 913901"/>
                  <a:gd name="connsiteY17" fmla="*/ 454075 h 5345259"/>
                  <a:gd name="connsiteX18" fmla="*/ 455541 w 913901"/>
                  <a:gd name="connsiteY18" fmla="*/ 10315 h 5345259"/>
                  <a:gd name="connsiteX19" fmla="*/ 899302 w 913901"/>
                  <a:gd name="connsiteY19" fmla="*/ 454075 h 5345259"/>
                  <a:gd name="connsiteX20" fmla="*/ 455541 w 913901"/>
                  <a:gd name="connsiteY20" fmla="*/ 897834 h 5345259"/>
                  <a:gd name="connsiteX21" fmla="*/ 11785 w 913901"/>
                  <a:gd name="connsiteY21" fmla="*/ 454075 h 5345259"/>
                  <a:gd name="connsiteX22" fmla="*/ 11785 w 913901"/>
                  <a:gd name="connsiteY22" fmla="*/ 2672447 h 5345259"/>
                  <a:gd name="connsiteX23" fmla="*/ 455541 w 913901"/>
                  <a:gd name="connsiteY23" fmla="*/ 2228688 h 5345259"/>
                  <a:gd name="connsiteX24" fmla="*/ 899302 w 913901"/>
                  <a:gd name="connsiteY24" fmla="*/ 2672447 h 5345259"/>
                  <a:gd name="connsiteX25" fmla="*/ 455541 w 913901"/>
                  <a:gd name="connsiteY25" fmla="*/ 3116206 h 5345259"/>
                  <a:gd name="connsiteX26" fmla="*/ 11785 w 913901"/>
                  <a:gd name="connsiteY26" fmla="*/ 2672447 h 5345259"/>
                  <a:gd name="connsiteX27" fmla="*/ 899302 w 913901"/>
                  <a:gd name="connsiteY27" fmla="*/ 4890396 h 5345259"/>
                  <a:gd name="connsiteX28" fmla="*/ 455541 w 913901"/>
                  <a:gd name="connsiteY28" fmla="*/ 5334155 h 5345259"/>
                  <a:gd name="connsiteX29" fmla="*/ 11785 w 913901"/>
                  <a:gd name="connsiteY29" fmla="*/ 4890396 h 5345259"/>
                  <a:gd name="connsiteX30" fmla="*/ 455541 w 913901"/>
                  <a:gd name="connsiteY30" fmla="*/ 4446637 h 5345259"/>
                  <a:gd name="connsiteX31" fmla="*/ 899302 w 913901"/>
                  <a:gd name="connsiteY31" fmla="*/ 4890396 h 5345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913901" h="5345259">
                    <a:moveTo>
                      <a:pt x="909885" y="2672447"/>
                    </a:moveTo>
                    <a:cubicBezTo>
                      <a:pt x="909462" y="2423781"/>
                      <a:pt x="709438" y="2221502"/>
                      <a:pt x="460833" y="2218210"/>
                    </a:cubicBezTo>
                    <a:lnTo>
                      <a:pt x="460833" y="908311"/>
                    </a:lnTo>
                    <a:cubicBezTo>
                      <a:pt x="711768" y="905390"/>
                      <a:pt x="912743" y="699618"/>
                      <a:pt x="909885" y="448709"/>
                    </a:cubicBezTo>
                    <a:cubicBezTo>
                      <a:pt x="906924" y="197799"/>
                      <a:pt x="701185" y="-3232"/>
                      <a:pt x="450249" y="-311"/>
                    </a:cubicBezTo>
                    <a:cubicBezTo>
                      <a:pt x="199319" y="2610"/>
                      <a:pt x="-1656" y="208382"/>
                      <a:pt x="1202" y="459292"/>
                    </a:cubicBezTo>
                    <a:cubicBezTo>
                      <a:pt x="4059" y="706074"/>
                      <a:pt x="203448" y="905432"/>
                      <a:pt x="450249" y="908311"/>
                    </a:cubicBezTo>
                    <a:lnTo>
                      <a:pt x="450249" y="2218210"/>
                    </a:lnTo>
                    <a:cubicBezTo>
                      <a:pt x="199427" y="2218210"/>
                      <a:pt x="-3987" y="2421580"/>
                      <a:pt x="-3987" y="2672447"/>
                    </a:cubicBezTo>
                    <a:cubicBezTo>
                      <a:pt x="-3987" y="2923314"/>
                      <a:pt x="199427" y="3126683"/>
                      <a:pt x="450249" y="3126683"/>
                    </a:cubicBezTo>
                    <a:lnTo>
                      <a:pt x="450249" y="4436265"/>
                    </a:lnTo>
                    <a:cubicBezTo>
                      <a:pt x="199319" y="4439186"/>
                      <a:pt x="-1656" y="4644958"/>
                      <a:pt x="1202" y="4895868"/>
                    </a:cubicBezTo>
                    <a:cubicBezTo>
                      <a:pt x="4163" y="5146777"/>
                      <a:pt x="209902" y="5347808"/>
                      <a:pt x="460833" y="5344887"/>
                    </a:cubicBezTo>
                    <a:cubicBezTo>
                      <a:pt x="711768" y="5341966"/>
                      <a:pt x="912743" y="5136194"/>
                      <a:pt x="909885" y="4885284"/>
                    </a:cubicBezTo>
                    <a:cubicBezTo>
                      <a:pt x="907028" y="4638502"/>
                      <a:pt x="707639" y="4439144"/>
                      <a:pt x="460833" y="4436265"/>
                    </a:cubicBezTo>
                    <a:lnTo>
                      <a:pt x="460833" y="3126683"/>
                    </a:lnTo>
                    <a:cubicBezTo>
                      <a:pt x="709438" y="3123392"/>
                      <a:pt x="909462" y="2921113"/>
                      <a:pt x="909885" y="2672447"/>
                    </a:cubicBezTo>
                    <a:close/>
                    <a:moveTo>
                      <a:pt x="11785" y="454075"/>
                    </a:moveTo>
                    <a:cubicBezTo>
                      <a:pt x="11785" y="208996"/>
                      <a:pt x="210434" y="10315"/>
                      <a:pt x="455541" y="10315"/>
                    </a:cubicBezTo>
                    <a:cubicBezTo>
                      <a:pt x="700653" y="10315"/>
                      <a:pt x="899302" y="208996"/>
                      <a:pt x="899302" y="454075"/>
                    </a:cubicBezTo>
                    <a:cubicBezTo>
                      <a:pt x="899302" y="699153"/>
                      <a:pt x="700653" y="897834"/>
                      <a:pt x="455541" y="897834"/>
                    </a:cubicBezTo>
                    <a:cubicBezTo>
                      <a:pt x="210646" y="897421"/>
                      <a:pt x="12209" y="698983"/>
                      <a:pt x="11785" y="454075"/>
                    </a:cubicBezTo>
                    <a:close/>
                    <a:moveTo>
                      <a:pt x="11785" y="2672447"/>
                    </a:moveTo>
                    <a:cubicBezTo>
                      <a:pt x="11785" y="2427369"/>
                      <a:pt x="210434" y="2228688"/>
                      <a:pt x="455541" y="2228688"/>
                    </a:cubicBezTo>
                    <a:cubicBezTo>
                      <a:pt x="700653" y="2228688"/>
                      <a:pt x="899302" y="2427369"/>
                      <a:pt x="899302" y="2672447"/>
                    </a:cubicBezTo>
                    <a:cubicBezTo>
                      <a:pt x="899302" y="2917525"/>
                      <a:pt x="700653" y="3116206"/>
                      <a:pt x="455541" y="3116206"/>
                    </a:cubicBezTo>
                    <a:cubicBezTo>
                      <a:pt x="210646" y="3115793"/>
                      <a:pt x="12209" y="2917356"/>
                      <a:pt x="11785" y="2672447"/>
                    </a:cubicBezTo>
                    <a:close/>
                    <a:moveTo>
                      <a:pt x="899302" y="4890396"/>
                    </a:moveTo>
                    <a:cubicBezTo>
                      <a:pt x="899302" y="5135474"/>
                      <a:pt x="700653" y="5334155"/>
                      <a:pt x="455541" y="5334155"/>
                    </a:cubicBezTo>
                    <a:cubicBezTo>
                      <a:pt x="210434" y="5334155"/>
                      <a:pt x="11785" y="5135474"/>
                      <a:pt x="11785" y="4890396"/>
                    </a:cubicBezTo>
                    <a:cubicBezTo>
                      <a:pt x="11785" y="4645318"/>
                      <a:pt x="210434" y="4446637"/>
                      <a:pt x="455541" y="4446637"/>
                    </a:cubicBezTo>
                    <a:cubicBezTo>
                      <a:pt x="700441" y="4447050"/>
                      <a:pt x="898878" y="4645488"/>
                      <a:pt x="899302" y="4890396"/>
                    </a:cubicBezTo>
                    <a:close/>
                  </a:path>
                </a:pathLst>
              </a:custGeom>
              <a:grpFill/>
              <a:ln w="105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rgbClr val="24497D"/>
                  </a:solidFill>
                </a:endParaRPr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B9B4FB0-99F3-4F39-A343-13EA63B5931A}"/>
                </a:ext>
              </a:extLst>
            </p:cNvPr>
            <p:cNvSpPr txBox="1"/>
            <p:nvPr/>
          </p:nvSpPr>
          <p:spPr>
            <a:xfrm>
              <a:off x="264934" y="806395"/>
              <a:ext cx="3569561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 rtl="1"/>
              <a:r>
                <a:rPr lang="ar-OM" dirty="0">
                  <a:solidFill>
                    <a:srgbClr val="24497D"/>
                  </a:solidFill>
                </a:rPr>
                <a:t>رویکردهایی مانند</a:t>
              </a:r>
              <a:r>
                <a:rPr lang="en-US" dirty="0" err="1">
                  <a:solidFill>
                    <a:srgbClr val="24497D"/>
                  </a:solidFill>
                </a:rPr>
                <a:t>Corba</a:t>
              </a:r>
              <a:r>
                <a:rPr lang="en-US" dirty="0">
                  <a:solidFill>
                    <a:srgbClr val="24497D"/>
                  </a:solidFill>
                </a:rPr>
                <a:t> </a:t>
              </a:r>
              <a:r>
                <a:rPr lang="fa-IR" dirty="0">
                  <a:solidFill>
                    <a:srgbClr val="24497D"/>
                  </a:solidFill>
                </a:rPr>
                <a:t> </a:t>
              </a:r>
              <a:r>
                <a:rPr lang="ar-OM" dirty="0">
                  <a:solidFill>
                    <a:srgbClr val="24497D"/>
                  </a:solidFill>
                </a:rPr>
                <a:t>و </a:t>
              </a:r>
              <a:r>
                <a:rPr lang="en-US" dirty="0">
                  <a:solidFill>
                    <a:srgbClr val="24497D"/>
                  </a:solidFill>
                </a:rPr>
                <a:t>EJB (Enterprise JavaBeans) </a:t>
              </a:r>
              <a:r>
                <a:rPr lang="ar-OM" dirty="0">
                  <a:solidFill>
                    <a:srgbClr val="24497D"/>
                  </a:solidFill>
                </a:rPr>
                <a:t>و برنامه‌نویسی</a:t>
              </a:r>
              <a:r>
                <a:rPr lang="fa-IR" dirty="0">
                  <a:solidFill>
                    <a:srgbClr val="24497D"/>
                  </a:solidFill>
                </a:rPr>
                <a:t> به صورت</a:t>
              </a:r>
              <a:r>
                <a:rPr lang="ar-OM" dirty="0">
                  <a:solidFill>
                    <a:srgbClr val="24497D"/>
                  </a:solidFill>
                </a:rPr>
                <a:t> توزیع‌شده را در دسترس‌تر </a:t>
              </a:r>
              <a:r>
                <a:rPr lang="fa-IR" dirty="0">
                  <a:solidFill>
                    <a:srgbClr val="24497D"/>
                  </a:solidFill>
                </a:rPr>
                <a:t>و آسان تر </a:t>
              </a:r>
              <a:r>
                <a:rPr lang="ar-OM" dirty="0">
                  <a:solidFill>
                    <a:srgbClr val="24497D"/>
                  </a:solidFill>
                </a:rPr>
                <a:t>کردند. 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CE1FAA3-7A66-4ED8-839D-E7568CA31BA0}"/>
                </a:ext>
              </a:extLst>
            </p:cNvPr>
            <p:cNvSpPr txBox="1"/>
            <p:nvPr/>
          </p:nvSpPr>
          <p:spPr>
            <a:xfrm>
              <a:off x="212861" y="3047617"/>
              <a:ext cx="3569561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 rtl="1"/>
              <a:r>
                <a:rPr lang="ar-OM" dirty="0">
                  <a:solidFill>
                    <a:srgbClr val="24497D"/>
                  </a:solidFill>
                </a:rPr>
                <a:t>فناوری های</a:t>
              </a:r>
              <a:r>
                <a:rPr lang="fa-IR" dirty="0">
                  <a:solidFill>
                    <a:srgbClr val="24497D"/>
                  </a:solidFill>
                </a:rPr>
                <a:t>ی </a:t>
              </a:r>
              <a:r>
                <a:rPr lang="ar-OM" dirty="0">
                  <a:solidFill>
                    <a:srgbClr val="24497D"/>
                  </a:solidFill>
                </a:rPr>
                <a:t>مانند </a:t>
              </a:r>
              <a:r>
                <a:rPr lang="en-US" dirty="0" err="1">
                  <a:solidFill>
                    <a:srgbClr val="24497D"/>
                  </a:solidFill>
                </a:rPr>
                <a:t>gRPC</a:t>
              </a:r>
              <a:r>
                <a:rPr lang="fa-IR" dirty="0">
                  <a:solidFill>
                    <a:srgbClr val="24497D"/>
                  </a:solidFill>
                </a:rPr>
                <a:t> </a:t>
              </a:r>
              <a:r>
                <a:rPr lang="en-US" dirty="0">
                  <a:solidFill>
                    <a:srgbClr val="24497D"/>
                  </a:solidFill>
                </a:rPr>
                <a:t> </a:t>
              </a:r>
              <a:r>
                <a:rPr lang="ar-OM" dirty="0">
                  <a:solidFill>
                    <a:srgbClr val="24497D"/>
                  </a:solidFill>
                </a:rPr>
                <a:t>و </a:t>
              </a:r>
              <a:r>
                <a:rPr lang="en-US" dirty="0">
                  <a:solidFill>
                    <a:srgbClr val="24497D"/>
                  </a:solidFill>
                </a:rPr>
                <a:t>Finagle </a:t>
              </a:r>
              <a:r>
                <a:rPr lang="fa-IR" dirty="0">
                  <a:solidFill>
                    <a:srgbClr val="24497D"/>
                  </a:solidFill>
                </a:rPr>
                <a:t>، آسنکرون </a:t>
              </a:r>
              <a:r>
                <a:rPr lang="ar-OM" dirty="0">
                  <a:solidFill>
                    <a:srgbClr val="24497D"/>
                  </a:solidFill>
                </a:rPr>
                <a:t>را به سبک </a:t>
              </a:r>
              <a:r>
                <a:rPr lang="en-US" dirty="0">
                  <a:solidFill>
                    <a:srgbClr val="24497D"/>
                  </a:solidFill>
                </a:rPr>
                <a:t>request-driven </a:t>
              </a:r>
              <a:r>
                <a:rPr lang="fa-IR" dirty="0">
                  <a:solidFill>
                    <a:srgbClr val="24497D"/>
                  </a:solidFill>
                </a:rPr>
                <a:t> </a:t>
              </a:r>
              <a:r>
                <a:rPr lang="ar-OM" dirty="0">
                  <a:solidFill>
                    <a:srgbClr val="24497D"/>
                  </a:solidFill>
                </a:rPr>
                <a:t>اضافه </a:t>
              </a:r>
              <a:r>
                <a:rPr lang="fa-IR" dirty="0">
                  <a:solidFill>
                    <a:srgbClr val="24497D"/>
                  </a:solidFill>
                </a:rPr>
                <a:t>کردند.</a:t>
              </a:r>
              <a:endParaRPr lang="ar-OM" dirty="0">
                <a:solidFill>
                  <a:srgbClr val="24497D"/>
                </a:solidFill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8CBC02E1-C8F9-4664-9C3A-3083679DB3FB}"/>
                </a:ext>
              </a:extLst>
            </p:cNvPr>
            <p:cNvSpPr txBox="1"/>
            <p:nvPr/>
          </p:nvSpPr>
          <p:spPr>
            <a:xfrm>
              <a:off x="160788" y="5288839"/>
              <a:ext cx="3569561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 rtl="1"/>
              <a:r>
                <a:rPr lang="ar-OM" dirty="0">
                  <a:solidFill>
                    <a:srgbClr val="24497D"/>
                  </a:solidFill>
                </a:rPr>
                <a:t>دو سبک برنامه نویسی </a:t>
              </a:r>
              <a:r>
                <a:rPr lang="fa-IR" dirty="0">
                  <a:solidFill>
                    <a:srgbClr val="24497D"/>
                  </a:solidFill>
                </a:rPr>
                <a:t>برای </a:t>
              </a:r>
              <a:r>
                <a:rPr lang="ar-OM" dirty="0">
                  <a:solidFill>
                    <a:srgbClr val="24497D"/>
                  </a:solidFill>
                </a:rPr>
                <a:t>طراحی توزیع شده، به ویژه برای سرویس ها، </a:t>
              </a:r>
              <a:r>
                <a:rPr lang="en-US" dirty="0">
                  <a:solidFill>
                    <a:srgbClr val="24497D"/>
                  </a:solidFill>
                </a:rPr>
                <a:t>dataflow </a:t>
              </a:r>
              <a:r>
                <a:rPr lang="fa-IR" dirty="0">
                  <a:solidFill>
                    <a:srgbClr val="24497D"/>
                  </a:solidFill>
                </a:rPr>
                <a:t> </a:t>
              </a:r>
              <a:r>
                <a:rPr lang="ar-OM" dirty="0">
                  <a:solidFill>
                    <a:srgbClr val="24497D"/>
                  </a:solidFill>
                </a:rPr>
                <a:t>و سبک های </a:t>
              </a:r>
              <a:r>
                <a:rPr lang="en-US" dirty="0">
                  <a:solidFill>
                    <a:srgbClr val="24497D"/>
                  </a:solidFill>
                </a:rPr>
                <a:t>functional </a:t>
              </a:r>
              <a:r>
                <a:rPr lang="fa-IR" dirty="0">
                  <a:solidFill>
                    <a:srgbClr val="24497D"/>
                  </a:solidFill>
                </a:rPr>
                <a:t> </a:t>
              </a:r>
              <a:r>
                <a:rPr lang="ar-OM" dirty="0">
                  <a:solidFill>
                    <a:srgbClr val="24497D"/>
                  </a:solidFill>
                </a:rPr>
                <a:t>هستند. </a:t>
              </a:r>
            </a:p>
          </p:txBody>
        </p:sp>
      </p:grpSp>
      <p:sp>
        <p:nvSpPr>
          <p:cNvPr id="81" name="Striped Right Arrow 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7FF57801-6451-4DFE-A1CA-7F296A6035ED}"/>
              </a:ext>
            </a:extLst>
          </p:cNvPr>
          <p:cNvSpPr/>
          <p:nvPr/>
        </p:nvSpPr>
        <p:spPr>
          <a:xfrm rot="16200000">
            <a:off x="80162" y="5783314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sp>
        <p:nvSpPr>
          <p:cNvPr id="82" name="Striped Right Arrow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DE533A3-697F-4E2B-ABB8-A90B940933AD}"/>
              </a:ext>
            </a:extLst>
          </p:cNvPr>
          <p:cNvSpPr/>
          <p:nvPr/>
        </p:nvSpPr>
        <p:spPr>
          <a:xfrm>
            <a:off x="644918" y="6352996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78EE9509-C115-8C59-7887-C9943695012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61" r="37361"/>
          <a:stretch>
            <a:fillRect/>
          </a:stretch>
        </p:blipFill>
        <p:spPr/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C59ACCF-70CA-091B-C40D-86CD327AD695}"/>
              </a:ext>
            </a:extLst>
          </p:cNvPr>
          <p:cNvSpPr txBox="1"/>
          <p:nvPr/>
        </p:nvSpPr>
        <p:spPr>
          <a:xfrm>
            <a:off x="10604508" y="587785"/>
            <a:ext cx="523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1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BD277B-EE30-3235-6829-7C6D1386CCC4}"/>
              </a:ext>
            </a:extLst>
          </p:cNvPr>
          <p:cNvSpPr txBox="1"/>
          <p:nvPr/>
        </p:nvSpPr>
        <p:spPr>
          <a:xfrm>
            <a:off x="11194494" y="3436653"/>
            <a:ext cx="852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03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61890F-9761-4891-1145-40AC216705CE}"/>
              </a:ext>
            </a:extLst>
          </p:cNvPr>
          <p:cNvSpPr txBox="1"/>
          <p:nvPr/>
        </p:nvSpPr>
        <p:spPr>
          <a:xfrm>
            <a:off x="11137005" y="4592044"/>
            <a:ext cx="860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04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70098B-9076-B0E1-E411-1F18038AFD2E}"/>
              </a:ext>
            </a:extLst>
          </p:cNvPr>
          <p:cNvSpPr txBox="1"/>
          <p:nvPr/>
        </p:nvSpPr>
        <p:spPr>
          <a:xfrm>
            <a:off x="11227769" y="2227046"/>
            <a:ext cx="852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02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4885522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2BF8E5D-7419-4EC2-B783-7A3A45BE08B3}"/>
              </a:ext>
            </a:extLst>
          </p:cNvPr>
          <p:cNvSpPr/>
          <p:nvPr/>
        </p:nvSpPr>
        <p:spPr>
          <a:xfrm>
            <a:off x="10949651" y="0"/>
            <a:ext cx="12423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Rectangle 59">
            <a:hlinkClick r:id="rId3" action="ppaction://hlinksldjump"/>
            <a:extLst>
              <a:ext uri="{FF2B5EF4-FFF2-40B4-BE49-F238E27FC236}">
                <a16:creationId xmlns:a16="http://schemas.microsoft.com/office/drawing/2014/main" id="{9F2A817A-7E6F-45F4-9179-64527A033401}"/>
              </a:ext>
            </a:extLst>
          </p:cNvPr>
          <p:cNvSpPr/>
          <p:nvPr/>
        </p:nvSpPr>
        <p:spPr>
          <a:xfrm>
            <a:off x="11220931" y="1746859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Rectangle 60">
            <a:hlinkClick r:id="" action="ppaction://noaction"/>
            <a:extLst>
              <a:ext uri="{FF2B5EF4-FFF2-40B4-BE49-F238E27FC236}">
                <a16:creationId xmlns:a16="http://schemas.microsoft.com/office/drawing/2014/main" id="{8E54AF34-0C62-4DAF-8274-01E30BCB3515}"/>
              </a:ext>
            </a:extLst>
          </p:cNvPr>
          <p:cNvSpPr/>
          <p:nvPr/>
        </p:nvSpPr>
        <p:spPr>
          <a:xfrm>
            <a:off x="11209665" y="3151750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Rectangle 62">
            <a:hlinkClick r:id="" action="ppaction://noaction"/>
            <a:extLst>
              <a:ext uri="{FF2B5EF4-FFF2-40B4-BE49-F238E27FC236}">
                <a16:creationId xmlns:a16="http://schemas.microsoft.com/office/drawing/2014/main" id="{7701E4F5-A741-414F-9E5E-F21530B54D84}"/>
              </a:ext>
            </a:extLst>
          </p:cNvPr>
          <p:cNvSpPr/>
          <p:nvPr/>
        </p:nvSpPr>
        <p:spPr>
          <a:xfrm>
            <a:off x="11208501" y="5819188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Oval 5">
            <a:hlinkClick r:id="rId4" action="ppaction://hlinksldjump"/>
            <a:extLst>
              <a:ext uri="{FF2B5EF4-FFF2-40B4-BE49-F238E27FC236}">
                <a16:creationId xmlns:a16="http://schemas.microsoft.com/office/drawing/2014/main" id="{DAA14DA5-AE56-4725-8660-43720C7012CC}"/>
              </a:ext>
            </a:extLst>
          </p:cNvPr>
          <p:cNvSpPr/>
          <p:nvPr userDrawn="1"/>
        </p:nvSpPr>
        <p:spPr>
          <a:xfrm>
            <a:off x="10419766" y="227524"/>
            <a:ext cx="1065788" cy="1252198"/>
          </a:xfrm>
          <a:custGeom>
            <a:avLst/>
            <a:gdLst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1066534"/>
              <a:gd name="connsiteX1" fmla="*/ 450000 w 900000"/>
              <a:gd name="connsiteY1" fmla="*/ 70413 h 1066534"/>
              <a:gd name="connsiteX2" fmla="*/ 900000 w 900000"/>
              <a:gd name="connsiteY2" fmla="*/ 520413 h 1066534"/>
              <a:gd name="connsiteX3" fmla="*/ 450000 w 900000"/>
              <a:gd name="connsiteY3" fmla="*/ 970413 h 1066534"/>
              <a:gd name="connsiteX4" fmla="*/ 0 w 900000"/>
              <a:gd name="connsiteY4" fmla="*/ 520413 h 1066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000" h="1066534">
                <a:moveTo>
                  <a:pt x="0" y="520413"/>
                </a:moveTo>
                <a:cubicBezTo>
                  <a:pt x="0" y="370413"/>
                  <a:pt x="513988" y="313481"/>
                  <a:pt x="450000" y="70413"/>
                </a:cubicBezTo>
                <a:cubicBezTo>
                  <a:pt x="386012" y="-172655"/>
                  <a:pt x="900000" y="271885"/>
                  <a:pt x="900000" y="520413"/>
                </a:cubicBezTo>
                <a:cubicBezTo>
                  <a:pt x="900000" y="768941"/>
                  <a:pt x="559631" y="635795"/>
                  <a:pt x="450000" y="970413"/>
                </a:cubicBezTo>
                <a:cubicBezTo>
                  <a:pt x="340369" y="1305031"/>
                  <a:pt x="0" y="670413"/>
                  <a:pt x="0" y="520413"/>
                </a:cubicBezTo>
                <a:close/>
              </a:path>
            </a:pathLst>
          </a:custGeom>
          <a:ln w="825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cs typeface="B Titr" panose="00000700000000000000" pitchFamily="2" charset="-78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9EE4BC-8447-48E9-9B9C-9A69B35E7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مزایای سبک های </a:t>
            </a:r>
            <a:r>
              <a:rPr lang="en-US" dirty="0"/>
              <a:t>Dataflow</a:t>
            </a:r>
            <a:r>
              <a:rPr lang="fa-IR" dirty="0"/>
              <a:t> و </a:t>
            </a:r>
            <a:r>
              <a:rPr lang="en-US" dirty="0"/>
              <a:t>Functional</a:t>
            </a:r>
            <a:endParaRPr lang="en-GB" dirty="0"/>
          </a:p>
        </p:txBody>
      </p:sp>
      <p:sp>
        <p:nvSpPr>
          <p:cNvPr id="39" name="Striped Right Arrow 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BB5A69AA-237F-4A53-9891-DFCE675DB29C}"/>
              </a:ext>
            </a:extLst>
          </p:cNvPr>
          <p:cNvSpPr/>
          <p:nvPr/>
        </p:nvSpPr>
        <p:spPr>
          <a:xfrm rot="16200000">
            <a:off x="80162" y="5783314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sp>
        <p:nvSpPr>
          <p:cNvPr id="40" name="Striped Right Arrow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6A4EC7F-AC81-4606-A8B2-34C5C7F92C89}"/>
              </a:ext>
            </a:extLst>
          </p:cNvPr>
          <p:cNvSpPr/>
          <p:nvPr/>
        </p:nvSpPr>
        <p:spPr>
          <a:xfrm>
            <a:off x="644918" y="6352996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021AAF7-3646-45BA-9D89-25DFD58D020C}"/>
              </a:ext>
            </a:extLst>
          </p:cNvPr>
          <p:cNvGrpSpPr/>
          <p:nvPr/>
        </p:nvGrpSpPr>
        <p:grpSpPr>
          <a:xfrm>
            <a:off x="218284" y="1347878"/>
            <a:ext cx="10532500" cy="4546690"/>
            <a:chOff x="179512" y="1012808"/>
            <a:chExt cx="8777083" cy="3788908"/>
          </a:xfrm>
        </p:grpSpPr>
        <p:sp>
          <p:nvSpPr>
            <p:cNvPr id="42" name="Freeform 102">
              <a:extLst>
                <a:ext uri="{FF2B5EF4-FFF2-40B4-BE49-F238E27FC236}">
                  <a16:creationId xmlns:a16="http://schemas.microsoft.com/office/drawing/2014/main" id="{662C9E66-BFF7-4DE9-9665-C8066D785CB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6329569" y="1012808"/>
              <a:ext cx="2627026" cy="2383558"/>
            </a:xfrm>
            <a:custGeom>
              <a:avLst/>
              <a:gdLst>
                <a:gd name="T0" fmla="*/ 2387 w 3064"/>
                <a:gd name="T1" fmla="*/ 2277 h 3064"/>
                <a:gd name="T2" fmla="*/ 2387 w 3064"/>
                <a:gd name="T3" fmla="*/ 2308 h 3064"/>
                <a:gd name="T4" fmla="*/ 2418 w 3064"/>
                <a:gd name="T5" fmla="*/ 2308 h 3064"/>
                <a:gd name="T6" fmla="*/ 2924 w 3064"/>
                <a:gd name="T7" fmla="*/ 1802 h 3064"/>
                <a:gd name="T8" fmla="*/ 2924 w 3064"/>
                <a:gd name="T9" fmla="*/ 1297 h 3064"/>
                <a:gd name="T10" fmla="*/ 1767 w 3064"/>
                <a:gd name="T11" fmla="*/ 139 h 3064"/>
                <a:gd name="T12" fmla="*/ 1262 w 3064"/>
                <a:gd name="T13" fmla="*/ 139 h 3064"/>
                <a:gd name="T14" fmla="*/ 105 w 3064"/>
                <a:gd name="T15" fmla="*/ 1297 h 3064"/>
                <a:gd name="T16" fmla="*/ 0 w 3064"/>
                <a:gd name="T17" fmla="*/ 1549 h 3064"/>
                <a:gd name="T18" fmla="*/ 105 w 3064"/>
                <a:gd name="T19" fmla="*/ 1802 h 3064"/>
                <a:gd name="T20" fmla="*/ 1262 w 3064"/>
                <a:gd name="T21" fmla="*/ 2959 h 3064"/>
                <a:gd name="T22" fmla="*/ 1514 w 3064"/>
                <a:gd name="T23" fmla="*/ 3064 h 3064"/>
                <a:gd name="T24" fmla="*/ 1767 w 3064"/>
                <a:gd name="T25" fmla="*/ 2959 h 3064"/>
                <a:gd name="T26" fmla="*/ 2300 w 3064"/>
                <a:gd name="T27" fmla="*/ 2426 h 3064"/>
                <a:gd name="T28" fmla="*/ 2403 w 3064"/>
                <a:gd name="T29" fmla="*/ 2426 h 3064"/>
                <a:gd name="T30" fmla="*/ 2585 w 3064"/>
                <a:gd name="T31" fmla="*/ 2608 h 3064"/>
                <a:gd name="T32" fmla="*/ 2413 w 3064"/>
                <a:gd name="T33" fmla="*/ 2608 h 3064"/>
                <a:gd name="T34" fmla="*/ 2391 w 3064"/>
                <a:gd name="T35" fmla="*/ 2630 h 3064"/>
                <a:gd name="T36" fmla="*/ 2413 w 3064"/>
                <a:gd name="T37" fmla="*/ 2652 h 3064"/>
                <a:gd name="T38" fmla="*/ 2660 w 3064"/>
                <a:gd name="T39" fmla="*/ 2652 h 3064"/>
                <a:gd name="T40" fmla="*/ 2660 w 3064"/>
                <a:gd name="T41" fmla="*/ 2405 h 3064"/>
                <a:gd name="T42" fmla="*/ 2638 w 3064"/>
                <a:gd name="T43" fmla="*/ 2383 h 3064"/>
                <a:gd name="T44" fmla="*/ 2616 w 3064"/>
                <a:gd name="T45" fmla="*/ 2405 h 3064"/>
                <a:gd name="T46" fmla="*/ 2616 w 3064"/>
                <a:gd name="T47" fmla="*/ 2577 h 3064"/>
                <a:gd name="T48" fmla="*/ 2434 w 3064"/>
                <a:gd name="T49" fmla="*/ 2395 h 3064"/>
                <a:gd name="T50" fmla="*/ 2269 w 3064"/>
                <a:gd name="T51" fmla="*/ 2395 h 3064"/>
                <a:gd name="T52" fmla="*/ 1736 w 3064"/>
                <a:gd name="T53" fmla="*/ 2928 h 3064"/>
                <a:gd name="T54" fmla="*/ 1514 w 3064"/>
                <a:gd name="T55" fmla="*/ 3020 h 3064"/>
                <a:gd name="T56" fmla="*/ 1293 w 3064"/>
                <a:gd name="T57" fmla="*/ 2928 h 3064"/>
                <a:gd name="T58" fmla="*/ 136 w 3064"/>
                <a:gd name="T59" fmla="*/ 1771 h 3064"/>
                <a:gd name="T60" fmla="*/ 44 w 3064"/>
                <a:gd name="T61" fmla="*/ 1549 h 3064"/>
                <a:gd name="T62" fmla="*/ 136 w 3064"/>
                <a:gd name="T63" fmla="*/ 1328 h 3064"/>
                <a:gd name="T64" fmla="*/ 1293 w 3064"/>
                <a:gd name="T65" fmla="*/ 170 h 3064"/>
                <a:gd name="T66" fmla="*/ 1736 w 3064"/>
                <a:gd name="T67" fmla="*/ 170 h 3064"/>
                <a:gd name="T68" fmla="*/ 2893 w 3064"/>
                <a:gd name="T69" fmla="*/ 1328 h 3064"/>
                <a:gd name="T70" fmla="*/ 2893 w 3064"/>
                <a:gd name="T71" fmla="*/ 1771 h 3064"/>
                <a:gd name="T72" fmla="*/ 2387 w 3064"/>
                <a:gd name="T73" fmla="*/ 2277 h 30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064" h="3064">
                  <a:moveTo>
                    <a:pt x="2387" y="2277"/>
                  </a:moveTo>
                  <a:cubicBezTo>
                    <a:pt x="2378" y="2286"/>
                    <a:pt x="2378" y="2300"/>
                    <a:pt x="2387" y="2308"/>
                  </a:cubicBezTo>
                  <a:cubicBezTo>
                    <a:pt x="2396" y="2317"/>
                    <a:pt x="2409" y="2317"/>
                    <a:pt x="2418" y="2308"/>
                  </a:cubicBezTo>
                  <a:cubicBezTo>
                    <a:pt x="2924" y="1802"/>
                    <a:pt x="2924" y="1802"/>
                    <a:pt x="2924" y="1802"/>
                  </a:cubicBezTo>
                  <a:cubicBezTo>
                    <a:pt x="3064" y="1663"/>
                    <a:pt x="3064" y="1436"/>
                    <a:pt x="2924" y="1297"/>
                  </a:cubicBezTo>
                  <a:cubicBezTo>
                    <a:pt x="1767" y="139"/>
                    <a:pt x="1767" y="139"/>
                    <a:pt x="1767" y="139"/>
                  </a:cubicBezTo>
                  <a:cubicBezTo>
                    <a:pt x="1628" y="0"/>
                    <a:pt x="1401" y="0"/>
                    <a:pt x="1262" y="139"/>
                  </a:cubicBezTo>
                  <a:cubicBezTo>
                    <a:pt x="105" y="1297"/>
                    <a:pt x="105" y="1297"/>
                    <a:pt x="105" y="1297"/>
                  </a:cubicBezTo>
                  <a:cubicBezTo>
                    <a:pt x="37" y="1364"/>
                    <a:pt x="0" y="1454"/>
                    <a:pt x="0" y="1549"/>
                  </a:cubicBezTo>
                  <a:cubicBezTo>
                    <a:pt x="0" y="1645"/>
                    <a:pt x="37" y="1734"/>
                    <a:pt x="105" y="1802"/>
                  </a:cubicBezTo>
                  <a:cubicBezTo>
                    <a:pt x="1262" y="2959"/>
                    <a:pt x="1262" y="2959"/>
                    <a:pt x="1262" y="2959"/>
                  </a:cubicBezTo>
                  <a:cubicBezTo>
                    <a:pt x="1329" y="3027"/>
                    <a:pt x="1419" y="3064"/>
                    <a:pt x="1514" y="3064"/>
                  </a:cubicBezTo>
                  <a:cubicBezTo>
                    <a:pt x="1610" y="3064"/>
                    <a:pt x="1700" y="3027"/>
                    <a:pt x="1767" y="2959"/>
                  </a:cubicBezTo>
                  <a:cubicBezTo>
                    <a:pt x="2300" y="2426"/>
                    <a:pt x="2300" y="2426"/>
                    <a:pt x="2300" y="2426"/>
                  </a:cubicBezTo>
                  <a:cubicBezTo>
                    <a:pt x="2329" y="2398"/>
                    <a:pt x="2374" y="2398"/>
                    <a:pt x="2403" y="2426"/>
                  </a:cubicBezTo>
                  <a:cubicBezTo>
                    <a:pt x="2585" y="2608"/>
                    <a:pt x="2585" y="2608"/>
                    <a:pt x="2585" y="2608"/>
                  </a:cubicBezTo>
                  <a:cubicBezTo>
                    <a:pt x="2413" y="2608"/>
                    <a:pt x="2413" y="2608"/>
                    <a:pt x="2413" y="2608"/>
                  </a:cubicBezTo>
                  <a:cubicBezTo>
                    <a:pt x="2401" y="2608"/>
                    <a:pt x="2391" y="2618"/>
                    <a:pt x="2391" y="2630"/>
                  </a:cubicBezTo>
                  <a:cubicBezTo>
                    <a:pt x="2391" y="2642"/>
                    <a:pt x="2401" y="2652"/>
                    <a:pt x="2413" y="2652"/>
                  </a:cubicBezTo>
                  <a:cubicBezTo>
                    <a:pt x="2660" y="2652"/>
                    <a:pt x="2660" y="2652"/>
                    <a:pt x="2660" y="2652"/>
                  </a:cubicBezTo>
                  <a:cubicBezTo>
                    <a:pt x="2660" y="2405"/>
                    <a:pt x="2660" y="2405"/>
                    <a:pt x="2660" y="2405"/>
                  </a:cubicBezTo>
                  <a:cubicBezTo>
                    <a:pt x="2660" y="2393"/>
                    <a:pt x="2650" y="2383"/>
                    <a:pt x="2638" y="2383"/>
                  </a:cubicBezTo>
                  <a:cubicBezTo>
                    <a:pt x="2626" y="2383"/>
                    <a:pt x="2616" y="2393"/>
                    <a:pt x="2616" y="2405"/>
                  </a:cubicBezTo>
                  <a:cubicBezTo>
                    <a:pt x="2616" y="2577"/>
                    <a:pt x="2616" y="2577"/>
                    <a:pt x="2616" y="2577"/>
                  </a:cubicBezTo>
                  <a:cubicBezTo>
                    <a:pt x="2434" y="2395"/>
                    <a:pt x="2434" y="2395"/>
                    <a:pt x="2434" y="2395"/>
                  </a:cubicBezTo>
                  <a:cubicBezTo>
                    <a:pt x="2388" y="2349"/>
                    <a:pt x="2315" y="2349"/>
                    <a:pt x="2269" y="2395"/>
                  </a:cubicBezTo>
                  <a:cubicBezTo>
                    <a:pt x="1736" y="2928"/>
                    <a:pt x="1736" y="2928"/>
                    <a:pt x="1736" y="2928"/>
                  </a:cubicBezTo>
                  <a:cubicBezTo>
                    <a:pt x="1677" y="2987"/>
                    <a:pt x="1598" y="3020"/>
                    <a:pt x="1514" y="3020"/>
                  </a:cubicBezTo>
                  <a:cubicBezTo>
                    <a:pt x="1431" y="3020"/>
                    <a:pt x="1352" y="2987"/>
                    <a:pt x="1293" y="2928"/>
                  </a:cubicBezTo>
                  <a:cubicBezTo>
                    <a:pt x="136" y="1771"/>
                    <a:pt x="136" y="1771"/>
                    <a:pt x="136" y="1771"/>
                  </a:cubicBezTo>
                  <a:cubicBezTo>
                    <a:pt x="76" y="1712"/>
                    <a:pt x="44" y="1633"/>
                    <a:pt x="44" y="1549"/>
                  </a:cubicBezTo>
                  <a:cubicBezTo>
                    <a:pt x="44" y="1466"/>
                    <a:pt x="76" y="1387"/>
                    <a:pt x="136" y="1328"/>
                  </a:cubicBezTo>
                  <a:cubicBezTo>
                    <a:pt x="1293" y="170"/>
                    <a:pt x="1293" y="170"/>
                    <a:pt x="1293" y="170"/>
                  </a:cubicBezTo>
                  <a:cubicBezTo>
                    <a:pt x="1415" y="48"/>
                    <a:pt x="1614" y="48"/>
                    <a:pt x="1736" y="170"/>
                  </a:cubicBezTo>
                  <a:cubicBezTo>
                    <a:pt x="2893" y="1328"/>
                    <a:pt x="2893" y="1328"/>
                    <a:pt x="2893" y="1328"/>
                  </a:cubicBezTo>
                  <a:cubicBezTo>
                    <a:pt x="3016" y="1450"/>
                    <a:pt x="3016" y="1649"/>
                    <a:pt x="2893" y="1771"/>
                  </a:cubicBezTo>
                  <a:lnTo>
                    <a:pt x="2387" y="2277"/>
                  </a:lnTo>
                  <a:close/>
                </a:path>
              </a:pathLst>
            </a:custGeom>
            <a:solidFill>
              <a:srgbClr val="1176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09728" tIns="54864" rIns="109728" bIns="54864" numCol="1" anchor="t" anchorCtr="0" compatLnSpc="1">
              <a:prstTxWarp prst="textNoShape">
                <a:avLst/>
              </a:prstTxWarp>
            </a:bodyPr>
            <a:lstStyle/>
            <a:p>
              <a:endParaRPr lang="es-CO" sz="1680" dirty="0"/>
            </a:p>
          </p:txBody>
        </p:sp>
        <p:sp>
          <p:nvSpPr>
            <p:cNvPr id="43" name="Freeform 103">
              <a:extLst>
                <a:ext uri="{FF2B5EF4-FFF2-40B4-BE49-F238E27FC236}">
                  <a16:creationId xmlns:a16="http://schemas.microsoft.com/office/drawing/2014/main" id="{E3B5B2B7-3B71-4AA6-9B6E-33177DA0B95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782979" y="2731923"/>
              <a:ext cx="2654617" cy="2069793"/>
            </a:xfrm>
            <a:custGeom>
              <a:avLst/>
              <a:gdLst>
                <a:gd name="T0" fmla="*/ 2959 w 3098"/>
                <a:gd name="T1" fmla="*/ 893 h 2660"/>
                <a:gd name="T2" fmla="*/ 2426 w 3098"/>
                <a:gd name="T3" fmla="*/ 360 h 2660"/>
                <a:gd name="T4" fmla="*/ 2426 w 3098"/>
                <a:gd name="T5" fmla="*/ 258 h 2660"/>
                <a:gd name="T6" fmla="*/ 2608 w 3098"/>
                <a:gd name="T7" fmla="*/ 75 h 2660"/>
                <a:gd name="T8" fmla="*/ 2608 w 3098"/>
                <a:gd name="T9" fmla="*/ 247 h 2660"/>
                <a:gd name="T10" fmla="*/ 2630 w 3098"/>
                <a:gd name="T11" fmla="*/ 269 h 2660"/>
                <a:gd name="T12" fmla="*/ 2652 w 3098"/>
                <a:gd name="T13" fmla="*/ 247 h 2660"/>
                <a:gd name="T14" fmla="*/ 2652 w 3098"/>
                <a:gd name="T15" fmla="*/ 0 h 2660"/>
                <a:gd name="T16" fmla="*/ 2405 w 3098"/>
                <a:gd name="T17" fmla="*/ 0 h 2660"/>
                <a:gd name="T18" fmla="*/ 2383 w 3098"/>
                <a:gd name="T19" fmla="*/ 22 h 2660"/>
                <a:gd name="T20" fmla="*/ 2405 w 3098"/>
                <a:gd name="T21" fmla="*/ 44 h 2660"/>
                <a:gd name="T22" fmla="*/ 2577 w 3098"/>
                <a:gd name="T23" fmla="*/ 44 h 2660"/>
                <a:gd name="T24" fmla="*/ 2394 w 3098"/>
                <a:gd name="T25" fmla="*/ 226 h 2660"/>
                <a:gd name="T26" fmla="*/ 2394 w 3098"/>
                <a:gd name="T27" fmla="*/ 391 h 2660"/>
                <a:gd name="T28" fmla="*/ 2928 w 3098"/>
                <a:gd name="T29" fmla="*/ 924 h 2660"/>
                <a:gd name="T30" fmla="*/ 2928 w 3098"/>
                <a:gd name="T31" fmla="*/ 1367 h 2660"/>
                <a:gd name="T32" fmla="*/ 1771 w 3098"/>
                <a:gd name="T33" fmla="*/ 2524 h 2660"/>
                <a:gd name="T34" fmla="*/ 1549 w 3098"/>
                <a:gd name="T35" fmla="*/ 2616 h 2660"/>
                <a:gd name="T36" fmla="*/ 1327 w 3098"/>
                <a:gd name="T37" fmla="*/ 2524 h 2660"/>
                <a:gd name="T38" fmla="*/ 170 w 3098"/>
                <a:gd name="T39" fmla="*/ 1367 h 2660"/>
                <a:gd name="T40" fmla="*/ 170 w 3098"/>
                <a:gd name="T41" fmla="*/ 924 h 2660"/>
                <a:gd name="T42" fmla="*/ 585 w 3098"/>
                <a:gd name="T43" fmla="*/ 509 h 2660"/>
                <a:gd name="T44" fmla="*/ 585 w 3098"/>
                <a:gd name="T45" fmla="*/ 478 h 2660"/>
                <a:gd name="T46" fmla="*/ 554 w 3098"/>
                <a:gd name="T47" fmla="*/ 478 h 2660"/>
                <a:gd name="T48" fmla="*/ 139 w 3098"/>
                <a:gd name="T49" fmla="*/ 893 h 2660"/>
                <a:gd name="T50" fmla="*/ 139 w 3098"/>
                <a:gd name="T51" fmla="*/ 1398 h 2660"/>
                <a:gd name="T52" fmla="*/ 1296 w 3098"/>
                <a:gd name="T53" fmla="*/ 2556 h 2660"/>
                <a:gd name="T54" fmla="*/ 1549 w 3098"/>
                <a:gd name="T55" fmla="*/ 2660 h 2660"/>
                <a:gd name="T56" fmla="*/ 1802 w 3098"/>
                <a:gd name="T57" fmla="*/ 2556 h 2660"/>
                <a:gd name="T58" fmla="*/ 2959 w 3098"/>
                <a:gd name="T59" fmla="*/ 1398 h 2660"/>
                <a:gd name="T60" fmla="*/ 2959 w 3098"/>
                <a:gd name="T61" fmla="*/ 893 h 2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098" h="2660">
                  <a:moveTo>
                    <a:pt x="2959" y="893"/>
                  </a:moveTo>
                  <a:cubicBezTo>
                    <a:pt x="2426" y="360"/>
                    <a:pt x="2426" y="360"/>
                    <a:pt x="2426" y="360"/>
                  </a:cubicBezTo>
                  <a:cubicBezTo>
                    <a:pt x="2397" y="332"/>
                    <a:pt x="2397" y="286"/>
                    <a:pt x="2426" y="258"/>
                  </a:cubicBezTo>
                  <a:cubicBezTo>
                    <a:pt x="2608" y="75"/>
                    <a:pt x="2608" y="75"/>
                    <a:pt x="2608" y="75"/>
                  </a:cubicBezTo>
                  <a:cubicBezTo>
                    <a:pt x="2608" y="247"/>
                    <a:pt x="2608" y="247"/>
                    <a:pt x="2608" y="247"/>
                  </a:cubicBezTo>
                  <a:cubicBezTo>
                    <a:pt x="2608" y="259"/>
                    <a:pt x="2617" y="269"/>
                    <a:pt x="2630" y="269"/>
                  </a:cubicBezTo>
                  <a:cubicBezTo>
                    <a:pt x="2642" y="269"/>
                    <a:pt x="2652" y="259"/>
                    <a:pt x="2652" y="247"/>
                  </a:cubicBezTo>
                  <a:cubicBezTo>
                    <a:pt x="2652" y="0"/>
                    <a:pt x="2652" y="0"/>
                    <a:pt x="2652" y="0"/>
                  </a:cubicBezTo>
                  <a:cubicBezTo>
                    <a:pt x="2405" y="0"/>
                    <a:pt x="2405" y="0"/>
                    <a:pt x="2405" y="0"/>
                  </a:cubicBezTo>
                  <a:cubicBezTo>
                    <a:pt x="2393" y="0"/>
                    <a:pt x="2383" y="10"/>
                    <a:pt x="2383" y="22"/>
                  </a:cubicBezTo>
                  <a:cubicBezTo>
                    <a:pt x="2383" y="35"/>
                    <a:pt x="2393" y="44"/>
                    <a:pt x="2405" y="44"/>
                  </a:cubicBezTo>
                  <a:cubicBezTo>
                    <a:pt x="2577" y="44"/>
                    <a:pt x="2577" y="44"/>
                    <a:pt x="2577" y="44"/>
                  </a:cubicBezTo>
                  <a:cubicBezTo>
                    <a:pt x="2394" y="226"/>
                    <a:pt x="2394" y="226"/>
                    <a:pt x="2394" y="226"/>
                  </a:cubicBezTo>
                  <a:cubicBezTo>
                    <a:pt x="2349" y="272"/>
                    <a:pt x="2349" y="345"/>
                    <a:pt x="2394" y="391"/>
                  </a:cubicBezTo>
                  <a:cubicBezTo>
                    <a:pt x="2928" y="924"/>
                    <a:pt x="2928" y="924"/>
                    <a:pt x="2928" y="924"/>
                  </a:cubicBezTo>
                  <a:cubicBezTo>
                    <a:pt x="3050" y="1046"/>
                    <a:pt x="3050" y="1245"/>
                    <a:pt x="2928" y="1367"/>
                  </a:cubicBezTo>
                  <a:cubicBezTo>
                    <a:pt x="1771" y="2524"/>
                    <a:pt x="1771" y="2524"/>
                    <a:pt x="1771" y="2524"/>
                  </a:cubicBezTo>
                  <a:cubicBezTo>
                    <a:pt x="1711" y="2584"/>
                    <a:pt x="1633" y="2616"/>
                    <a:pt x="1549" y="2616"/>
                  </a:cubicBezTo>
                  <a:cubicBezTo>
                    <a:pt x="1465" y="2616"/>
                    <a:pt x="1386" y="2584"/>
                    <a:pt x="1327" y="2524"/>
                  </a:cubicBezTo>
                  <a:cubicBezTo>
                    <a:pt x="170" y="1367"/>
                    <a:pt x="170" y="1367"/>
                    <a:pt x="170" y="1367"/>
                  </a:cubicBezTo>
                  <a:cubicBezTo>
                    <a:pt x="48" y="1245"/>
                    <a:pt x="48" y="1046"/>
                    <a:pt x="170" y="924"/>
                  </a:cubicBezTo>
                  <a:cubicBezTo>
                    <a:pt x="585" y="509"/>
                    <a:pt x="585" y="509"/>
                    <a:pt x="585" y="509"/>
                  </a:cubicBezTo>
                  <a:cubicBezTo>
                    <a:pt x="594" y="501"/>
                    <a:pt x="594" y="487"/>
                    <a:pt x="585" y="478"/>
                  </a:cubicBezTo>
                  <a:cubicBezTo>
                    <a:pt x="576" y="469"/>
                    <a:pt x="562" y="469"/>
                    <a:pt x="554" y="478"/>
                  </a:cubicBezTo>
                  <a:cubicBezTo>
                    <a:pt x="139" y="893"/>
                    <a:pt x="139" y="893"/>
                    <a:pt x="139" y="893"/>
                  </a:cubicBezTo>
                  <a:cubicBezTo>
                    <a:pt x="0" y="1032"/>
                    <a:pt x="0" y="1259"/>
                    <a:pt x="139" y="1398"/>
                  </a:cubicBezTo>
                  <a:cubicBezTo>
                    <a:pt x="1296" y="2556"/>
                    <a:pt x="1296" y="2556"/>
                    <a:pt x="1296" y="2556"/>
                  </a:cubicBezTo>
                  <a:cubicBezTo>
                    <a:pt x="1364" y="2623"/>
                    <a:pt x="1453" y="2660"/>
                    <a:pt x="1549" y="2660"/>
                  </a:cubicBezTo>
                  <a:cubicBezTo>
                    <a:pt x="1644" y="2660"/>
                    <a:pt x="1734" y="2623"/>
                    <a:pt x="1802" y="2556"/>
                  </a:cubicBezTo>
                  <a:cubicBezTo>
                    <a:pt x="2959" y="1398"/>
                    <a:pt x="2959" y="1398"/>
                    <a:pt x="2959" y="1398"/>
                  </a:cubicBezTo>
                  <a:cubicBezTo>
                    <a:pt x="3098" y="1259"/>
                    <a:pt x="3098" y="1032"/>
                    <a:pt x="2959" y="893"/>
                  </a:cubicBezTo>
                  <a:close/>
                </a:path>
              </a:pathLst>
            </a:custGeom>
            <a:solidFill>
              <a:srgbClr val="55AF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09728" tIns="54864" rIns="109728" bIns="54864" numCol="1" anchor="t" anchorCtr="0" compatLnSpc="1">
              <a:prstTxWarp prst="textNoShape">
                <a:avLst/>
              </a:prstTxWarp>
            </a:bodyPr>
            <a:lstStyle/>
            <a:p>
              <a:endParaRPr lang="es-CO" sz="1680"/>
            </a:p>
          </p:txBody>
        </p:sp>
        <p:sp>
          <p:nvSpPr>
            <p:cNvPr id="44" name="Freeform 104">
              <a:extLst>
                <a:ext uri="{FF2B5EF4-FFF2-40B4-BE49-F238E27FC236}">
                  <a16:creationId xmlns:a16="http://schemas.microsoft.com/office/drawing/2014/main" id="{861E9E37-0DFB-4D97-BCD3-AAA30CF708C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452442" y="2416840"/>
              <a:ext cx="1205324" cy="532609"/>
            </a:xfrm>
            <a:custGeom>
              <a:avLst/>
              <a:gdLst>
                <a:gd name="T0" fmla="*/ 40 w 1406"/>
                <a:gd name="T1" fmla="*/ 547 h 684"/>
                <a:gd name="T2" fmla="*/ 416 w 1406"/>
                <a:gd name="T3" fmla="*/ 171 h 684"/>
                <a:gd name="T4" fmla="*/ 860 w 1406"/>
                <a:gd name="T5" fmla="*/ 171 h 684"/>
                <a:gd name="T6" fmla="*/ 1366 w 1406"/>
                <a:gd name="T7" fmla="*/ 677 h 684"/>
                <a:gd name="T8" fmla="*/ 1381 w 1406"/>
                <a:gd name="T9" fmla="*/ 684 h 684"/>
                <a:gd name="T10" fmla="*/ 1397 w 1406"/>
                <a:gd name="T11" fmla="*/ 677 h 684"/>
                <a:gd name="T12" fmla="*/ 1397 w 1406"/>
                <a:gd name="T13" fmla="*/ 646 h 684"/>
                <a:gd name="T14" fmla="*/ 891 w 1406"/>
                <a:gd name="T15" fmla="*/ 140 h 684"/>
                <a:gd name="T16" fmla="*/ 385 w 1406"/>
                <a:gd name="T17" fmla="*/ 140 h 684"/>
                <a:gd name="T18" fmla="*/ 9 w 1406"/>
                <a:gd name="T19" fmla="*/ 516 h 684"/>
                <a:gd name="T20" fmla="*/ 9 w 1406"/>
                <a:gd name="T21" fmla="*/ 547 h 684"/>
                <a:gd name="T22" fmla="*/ 40 w 1406"/>
                <a:gd name="T23" fmla="*/ 547 h 6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406" h="684">
                  <a:moveTo>
                    <a:pt x="40" y="547"/>
                  </a:moveTo>
                  <a:cubicBezTo>
                    <a:pt x="416" y="171"/>
                    <a:pt x="416" y="171"/>
                    <a:pt x="416" y="171"/>
                  </a:cubicBezTo>
                  <a:cubicBezTo>
                    <a:pt x="538" y="49"/>
                    <a:pt x="737" y="49"/>
                    <a:pt x="860" y="171"/>
                  </a:cubicBezTo>
                  <a:cubicBezTo>
                    <a:pt x="1366" y="677"/>
                    <a:pt x="1366" y="677"/>
                    <a:pt x="1366" y="677"/>
                  </a:cubicBezTo>
                  <a:cubicBezTo>
                    <a:pt x="1370" y="681"/>
                    <a:pt x="1376" y="684"/>
                    <a:pt x="1381" y="684"/>
                  </a:cubicBezTo>
                  <a:cubicBezTo>
                    <a:pt x="1387" y="684"/>
                    <a:pt x="1393" y="681"/>
                    <a:pt x="1397" y="677"/>
                  </a:cubicBezTo>
                  <a:cubicBezTo>
                    <a:pt x="1406" y="669"/>
                    <a:pt x="1406" y="655"/>
                    <a:pt x="1397" y="646"/>
                  </a:cubicBezTo>
                  <a:cubicBezTo>
                    <a:pt x="891" y="140"/>
                    <a:pt x="891" y="140"/>
                    <a:pt x="891" y="140"/>
                  </a:cubicBezTo>
                  <a:cubicBezTo>
                    <a:pt x="751" y="0"/>
                    <a:pt x="525" y="0"/>
                    <a:pt x="385" y="140"/>
                  </a:cubicBezTo>
                  <a:cubicBezTo>
                    <a:pt x="9" y="516"/>
                    <a:pt x="9" y="516"/>
                    <a:pt x="9" y="516"/>
                  </a:cubicBezTo>
                  <a:cubicBezTo>
                    <a:pt x="0" y="525"/>
                    <a:pt x="0" y="538"/>
                    <a:pt x="9" y="547"/>
                  </a:cubicBezTo>
                  <a:cubicBezTo>
                    <a:pt x="18" y="556"/>
                    <a:pt x="31" y="556"/>
                    <a:pt x="40" y="547"/>
                  </a:cubicBezTo>
                  <a:close/>
                </a:path>
              </a:pathLst>
            </a:custGeom>
            <a:solidFill>
              <a:srgbClr val="55AF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09728" tIns="54864" rIns="109728" bIns="54864" numCol="1" anchor="t" anchorCtr="0" compatLnSpc="1">
              <a:prstTxWarp prst="textNoShape">
                <a:avLst/>
              </a:prstTxWarp>
            </a:bodyPr>
            <a:lstStyle/>
            <a:p>
              <a:endParaRPr lang="es-CO" sz="1680"/>
            </a:p>
          </p:txBody>
        </p:sp>
        <p:sp>
          <p:nvSpPr>
            <p:cNvPr id="45" name="Freeform 105">
              <a:extLst>
                <a:ext uri="{FF2B5EF4-FFF2-40B4-BE49-F238E27FC236}">
                  <a16:creationId xmlns:a16="http://schemas.microsoft.com/office/drawing/2014/main" id="{E4340CF6-4C34-4DEE-B6DA-9714BBBF723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582011" y="2849255"/>
              <a:ext cx="1561113" cy="547111"/>
            </a:xfrm>
            <a:custGeom>
              <a:avLst/>
              <a:gdLst>
                <a:gd name="T0" fmla="*/ 1799 w 1821"/>
                <a:gd name="T1" fmla="*/ 22 h 703"/>
                <a:gd name="T2" fmla="*/ 1777 w 1821"/>
                <a:gd name="T3" fmla="*/ 44 h 703"/>
                <a:gd name="T4" fmla="*/ 1777 w 1821"/>
                <a:gd name="T5" fmla="*/ 216 h 703"/>
                <a:gd name="T6" fmla="*/ 1595 w 1821"/>
                <a:gd name="T7" fmla="*/ 34 h 703"/>
                <a:gd name="T8" fmla="*/ 1513 w 1821"/>
                <a:gd name="T9" fmla="*/ 0 h 703"/>
                <a:gd name="T10" fmla="*/ 1431 w 1821"/>
                <a:gd name="T11" fmla="*/ 34 h 703"/>
                <a:gd name="T12" fmla="*/ 897 w 1821"/>
                <a:gd name="T13" fmla="*/ 567 h 703"/>
                <a:gd name="T14" fmla="*/ 676 w 1821"/>
                <a:gd name="T15" fmla="*/ 659 h 703"/>
                <a:gd name="T16" fmla="*/ 454 w 1821"/>
                <a:gd name="T17" fmla="*/ 567 h 703"/>
                <a:gd name="T18" fmla="*/ 40 w 1821"/>
                <a:gd name="T19" fmla="*/ 153 h 703"/>
                <a:gd name="T20" fmla="*/ 9 w 1821"/>
                <a:gd name="T21" fmla="*/ 153 h 703"/>
                <a:gd name="T22" fmla="*/ 9 w 1821"/>
                <a:gd name="T23" fmla="*/ 184 h 703"/>
                <a:gd name="T24" fmla="*/ 423 w 1821"/>
                <a:gd name="T25" fmla="*/ 598 h 703"/>
                <a:gd name="T26" fmla="*/ 676 w 1821"/>
                <a:gd name="T27" fmla="*/ 703 h 703"/>
                <a:gd name="T28" fmla="*/ 928 w 1821"/>
                <a:gd name="T29" fmla="*/ 598 h 703"/>
                <a:gd name="T30" fmla="*/ 1462 w 1821"/>
                <a:gd name="T31" fmla="*/ 65 h 703"/>
                <a:gd name="T32" fmla="*/ 1513 w 1821"/>
                <a:gd name="T33" fmla="*/ 44 h 703"/>
                <a:gd name="T34" fmla="*/ 1564 w 1821"/>
                <a:gd name="T35" fmla="*/ 65 h 703"/>
                <a:gd name="T36" fmla="*/ 1746 w 1821"/>
                <a:gd name="T37" fmla="*/ 247 h 703"/>
                <a:gd name="T38" fmla="*/ 1574 w 1821"/>
                <a:gd name="T39" fmla="*/ 247 h 703"/>
                <a:gd name="T40" fmla="*/ 1552 w 1821"/>
                <a:gd name="T41" fmla="*/ 269 h 703"/>
                <a:gd name="T42" fmla="*/ 1574 w 1821"/>
                <a:gd name="T43" fmla="*/ 291 h 703"/>
                <a:gd name="T44" fmla="*/ 1821 w 1821"/>
                <a:gd name="T45" fmla="*/ 291 h 703"/>
                <a:gd name="T46" fmla="*/ 1821 w 1821"/>
                <a:gd name="T47" fmla="*/ 44 h 703"/>
                <a:gd name="T48" fmla="*/ 1799 w 1821"/>
                <a:gd name="T49" fmla="*/ 22 h 7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821" h="703">
                  <a:moveTo>
                    <a:pt x="1799" y="22"/>
                  </a:moveTo>
                  <a:cubicBezTo>
                    <a:pt x="1787" y="22"/>
                    <a:pt x="1777" y="32"/>
                    <a:pt x="1777" y="44"/>
                  </a:cubicBezTo>
                  <a:cubicBezTo>
                    <a:pt x="1777" y="216"/>
                    <a:pt x="1777" y="216"/>
                    <a:pt x="1777" y="216"/>
                  </a:cubicBezTo>
                  <a:cubicBezTo>
                    <a:pt x="1595" y="34"/>
                    <a:pt x="1595" y="34"/>
                    <a:pt x="1595" y="34"/>
                  </a:cubicBezTo>
                  <a:cubicBezTo>
                    <a:pt x="1573" y="12"/>
                    <a:pt x="1544" y="0"/>
                    <a:pt x="1513" y="0"/>
                  </a:cubicBezTo>
                  <a:cubicBezTo>
                    <a:pt x="1482" y="0"/>
                    <a:pt x="1452" y="12"/>
                    <a:pt x="1431" y="34"/>
                  </a:cubicBezTo>
                  <a:cubicBezTo>
                    <a:pt x="897" y="567"/>
                    <a:pt x="897" y="567"/>
                    <a:pt x="897" y="567"/>
                  </a:cubicBezTo>
                  <a:cubicBezTo>
                    <a:pt x="838" y="626"/>
                    <a:pt x="759" y="659"/>
                    <a:pt x="676" y="659"/>
                  </a:cubicBezTo>
                  <a:cubicBezTo>
                    <a:pt x="592" y="659"/>
                    <a:pt x="513" y="626"/>
                    <a:pt x="454" y="567"/>
                  </a:cubicBezTo>
                  <a:cubicBezTo>
                    <a:pt x="40" y="153"/>
                    <a:pt x="40" y="153"/>
                    <a:pt x="40" y="153"/>
                  </a:cubicBezTo>
                  <a:cubicBezTo>
                    <a:pt x="31" y="144"/>
                    <a:pt x="17" y="144"/>
                    <a:pt x="9" y="153"/>
                  </a:cubicBezTo>
                  <a:cubicBezTo>
                    <a:pt x="0" y="162"/>
                    <a:pt x="0" y="176"/>
                    <a:pt x="9" y="184"/>
                  </a:cubicBezTo>
                  <a:cubicBezTo>
                    <a:pt x="423" y="598"/>
                    <a:pt x="423" y="598"/>
                    <a:pt x="423" y="598"/>
                  </a:cubicBezTo>
                  <a:cubicBezTo>
                    <a:pt x="490" y="666"/>
                    <a:pt x="580" y="703"/>
                    <a:pt x="676" y="703"/>
                  </a:cubicBezTo>
                  <a:cubicBezTo>
                    <a:pt x="771" y="703"/>
                    <a:pt x="861" y="666"/>
                    <a:pt x="928" y="598"/>
                  </a:cubicBezTo>
                  <a:cubicBezTo>
                    <a:pt x="1462" y="65"/>
                    <a:pt x="1462" y="65"/>
                    <a:pt x="1462" y="65"/>
                  </a:cubicBezTo>
                  <a:cubicBezTo>
                    <a:pt x="1475" y="51"/>
                    <a:pt x="1493" y="44"/>
                    <a:pt x="1513" y="44"/>
                  </a:cubicBezTo>
                  <a:cubicBezTo>
                    <a:pt x="1532" y="44"/>
                    <a:pt x="1550" y="51"/>
                    <a:pt x="1564" y="65"/>
                  </a:cubicBezTo>
                  <a:cubicBezTo>
                    <a:pt x="1746" y="247"/>
                    <a:pt x="1746" y="247"/>
                    <a:pt x="1746" y="247"/>
                  </a:cubicBezTo>
                  <a:cubicBezTo>
                    <a:pt x="1574" y="247"/>
                    <a:pt x="1574" y="247"/>
                    <a:pt x="1574" y="247"/>
                  </a:cubicBezTo>
                  <a:cubicBezTo>
                    <a:pt x="1562" y="247"/>
                    <a:pt x="1552" y="257"/>
                    <a:pt x="1552" y="269"/>
                  </a:cubicBezTo>
                  <a:cubicBezTo>
                    <a:pt x="1552" y="281"/>
                    <a:pt x="1562" y="291"/>
                    <a:pt x="1574" y="291"/>
                  </a:cubicBezTo>
                  <a:cubicBezTo>
                    <a:pt x="1821" y="291"/>
                    <a:pt x="1821" y="291"/>
                    <a:pt x="1821" y="291"/>
                  </a:cubicBezTo>
                  <a:cubicBezTo>
                    <a:pt x="1821" y="44"/>
                    <a:pt x="1821" y="44"/>
                    <a:pt x="1821" y="44"/>
                  </a:cubicBezTo>
                  <a:cubicBezTo>
                    <a:pt x="1821" y="32"/>
                    <a:pt x="1811" y="22"/>
                    <a:pt x="1799" y="22"/>
                  </a:cubicBezTo>
                  <a:close/>
                </a:path>
              </a:pathLst>
            </a:custGeom>
            <a:solidFill>
              <a:srgbClr val="1176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09728" tIns="54864" rIns="109728" bIns="54864" numCol="1" anchor="t" anchorCtr="0" compatLnSpc="1">
              <a:prstTxWarp prst="textNoShape">
                <a:avLst/>
              </a:prstTxWarp>
            </a:bodyPr>
            <a:lstStyle/>
            <a:p>
              <a:endParaRPr lang="es-CO" sz="1680"/>
            </a:p>
          </p:txBody>
        </p:sp>
        <p:sp>
          <p:nvSpPr>
            <p:cNvPr id="46" name="Freeform 106">
              <a:extLst>
                <a:ext uri="{FF2B5EF4-FFF2-40B4-BE49-F238E27FC236}">
                  <a16:creationId xmlns:a16="http://schemas.microsoft.com/office/drawing/2014/main" id="{A8CAE0FA-C430-4EDB-A3A9-4DC39F70571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236388" y="1012808"/>
              <a:ext cx="2625573" cy="1800852"/>
            </a:xfrm>
            <a:custGeom>
              <a:avLst/>
              <a:gdLst>
                <a:gd name="T0" fmla="*/ 2925 w 3064"/>
                <a:gd name="T1" fmla="*/ 1297 h 2315"/>
                <a:gd name="T2" fmla="*/ 1767 w 3064"/>
                <a:gd name="T3" fmla="*/ 139 h 2315"/>
                <a:gd name="T4" fmla="*/ 1262 w 3064"/>
                <a:gd name="T5" fmla="*/ 139 h 2315"/>
                <a:gd name="T6" fmla="*/ 105 w 3064"/>
                <a:gd name="T7" fmla="*/ 1297 h 2315"/>
                <a:gd name="T8" fmla="*/ 0 w 3064"/>
                <a:gd name="T9" fmla="*/ 1549 h 2315"/>
                <a:gd name="T10" fmla="*/ 105 w 3064"/>
                <a:gd name="T11" fmla="*/ 1802 h 2315"/>
                <a:gd name="T12" fmla="*/ 475 w 3064"/>
                <a:gd name="T13" fmla="*/ 2172 h 2315"/>
                <a:gd name="T14" fmla="*/ 506 w 3064"/>
                <a:gd name="T15" fmla="*/ 2172 h 2315"/>
                <a:gd name="T16" fmla="*/ 506 w 3064"/>
                <a:gd name="T17" fmla="*/ 2141 h 2315"/>
                <a:gd name="T18" fmla="*/ 136 w 3064"/>
                <a:gd name="T19" fmla="*/ 1771 h 2315"/>
                <a:gd name="T20" fmla="*/ 44 w 3064"/>
                <a:gd name="T21" fmla="*/ 1549 h 2315"/>
                <a:gd name="T22" fmla="*/ 136 w 3064"/>
                <a:gd name="T23" fmla="*/ 1328 h 2315"/>
                <a:gd name="T24" fmla="*/ 1293 w 3064"/>
                <a:gd name="T25" fmla="*/ 170 h 2315"/>
                <a:gd name="T26" fmla="*/ 1736 w 3064"/>
                <a:gd name="T27" fmla="*/ 170 h 2315"/>
                <a:gd name="T28" fmla="*/ 2893 w 3064"/>
                <a:gd name="T29" fmla="*/ 1328 h 2315"/>
                <a:gd name="T30" fmla="*/ 2893 w 3064"/>
                <a:gd name="T31" fmla="*/ 1771 h 2315"/>
                <a:gd name="T32" fmla="*/ 2387 w 3064"/>
                <a:gd name="T33" fmla="*/ 2277 h 2315"/>
                <a:gd name="T34" fmla="*/ 2387 w 3064"/>
                <a:gd name="T35" fmla="*/ 2308 h 2315"/>
                <a:gd name="T36" fmla="*/ 2403 w 3064"/>
                <a:gd name="T37" fmla="*/ 2315 h 2315"/>
                <a:gd name="T38" fmla="*/ 2418 w 3064"/>
                <a:gd name="T39" fmla="*/ 2308 h 2315"/>
                <a:gd name="T40" fmla="*/ 2925 w 3064"/>
                <a:gd name="T41" fmla="*/ 1802 h 2315"/>
                <a:gd name="T42" fmla="*/ 2925 w 3064"/>
                <a:gd name="T43" fmla="*/ 1297 h 2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064" h="2315">
                  <a:moveTo>
                    <a:pt x="2925" y="1297"/>
                  </a:moveTo>
                  <a:cubicBezTo>
                    <a:pt x="1767" y="139"/>
                    <a:pt x="1767" y="139"/>
                    <a:pt x="1767" y="139"/>
                  </a:cubicBezTo>
                  <a:cubicBezTo>
                    <a:pt x="1628" y="0"/>
                    <a:pt x="1401" y="0"/>
                    <a:pt x="1262" y="139"/>
                  </a:cubicBezTo>
                  <a:cubicBezTo>
                    <a:pt x="105" y="1297"/>
                    <a:pt x="105" y="1297"/>
                    <a:pt x="105" y="1297"/>
                  </a:cubicBezTo>
                  <a:cubicBezTo>
                    <a:pt x="37" y="1364"/>
                    <a:pt x="0" y="1454"/>
                    <a:pt x="0" y="1549"/>
                  </a:cubicBezTo>
                  <a:cubicBezTo>
                    <a:pt x="0" y="1645"/>
                    <a:pt x="37" y="1734"/>
                    <a:pt x="105" y="1802"/>
                  </a:cubicBezTo>
                  <a:cubicBezTo>
                    <a:pt x="475" y="2172"/>
                    <a:pt x="475" y="2172"/>
                    <a:pt x="475" y="2172"/>
                  </a:cubicBezTo>
                  <a:cubicBezTo>
                    <a:pt x="483" y="2180"/>
                    <a:pt x="497" y="2180"/>
                    <a:pt x="506" y="2172"/>
                  </a:cubicBezTo>
                  <a:cubicBezTo>
                    <a:pt x="514" y="2163"/>
                    <a:pt x="514" y="2149"/>
                    <a:pt x="506" y="2141"/>
                  </a:cubicBezTo>
                  <a:cubicBezTo>
                    <a:pt x="136" y="1771"/>
                    <a:pt x="136" y="1771"/>
                    <a:pt x="136" y="1771"/>
                  </a:cubicBezTo>
                  <a:cubicBezTo>
                    <a:pt x="77" y="1712"/>
                    <a:pt x="44" y="1633"/>
                    <a:pt x="44" y="1549"/>
                  </a:cubicBezTo>
                  <a:cubicBezTo>
                    <a:pt x="44" y="1466"/>
                    <a:pt x="77" y="1387"/>
                    <a:pt x="136" y="1328"/>
                  </a:cubicBezTo>
                  <a:cubicBezTo>
                    <a:pt x="1293" y="170"/>
                    <a:pt x="1293" y="170"/>
                    <a:pt x="1293" y="170"/>
                  </a:cubicBezTo>
                  <a:cubicBezTo>
                    <a:pt x="1415" y="48"/>
                    <a:pt x="1614" y="48"/>
                    <a:pt x="1736" y="170"/>
                  </a:cubicBezTo>
                  <a:cubicBezTo>
                    <a:pt x="2893" y="1328"/>
                    <a:pt x="2893" y="1328"/>
                    <a:pt x="2893" y="1328"/>
                  </a:cubicBezTo>
                  <a:cubicBezTo>
                    <a:pt x="3016" y="1450"/>
                    <a:pt x="3016" y="1649"/>
                    <a:pt x="2893" y="1771"/>
                  </a:cubicBezTo>
                  <a:cubicBezTo>
                    <a:pt x="2387" y="2277"/>
                    <a:pt x="2387" y="2277"/>
                    <a:pt x="2387" y="2277"/>
                  </a:cubicBezTo>
                  <a:cubicBezTo>
                    <a:pt x="2379" y="2286"/>
                    <a:pt x="2379" y="2300"/>
                    <a:pt x="2387" y="2308"/>
                  </a:cubicBezTo>
                  <a:cubicBezTo>
                    <a:pt x="2391" y="2313"/>
                    <a:pt x="2397" y="2315"/>
                    <a:pt x="2403" y="2315"/>
                  </a:cubicBezTo>
                  <a:cubicBezTo>
                    <a:pt x="2408" y="2315"/>
                    <a:pt x="2414" y="2313"/>
                    <a:pt x="2418" y="2308"/>
                  </a:cubicBezTo>
                  <a:cubicBezTo>
                    <a:pt x="2925" y="1802"/>
                    <a:pt x="2925" y="1802"/>
                    <a:pt x="2925" y="1802"/>
                  </a:cubicBezTo>
                  <a:cubicBezTo>
                    <a:pt x="3064" y="1663"/>
                    <a:pt x="3064" y="1436"/>
                    <a:pt x="2925" y="1297"/>
                  </a:cubicBezTo>
                  <a:close/>
                </a:path>
              </a:pathLst>
            </a:custGeom>
            <a:solidFill>
              <a:srgbClr val="1176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09728" tIns="54864" rIns="109728" bIns="54864" numCol="1" anchor="t" anchorCtr="0" compatLnSpc="1">
              <a:prstTxWarp prst="textNoShape">
                <a:avLst/>
              </a:prstTxWarp>
            </a:bodyPr>
            <a:lstStyle/>
            <a:p>
              <a:endParaRPr lang="es-CO" sz="1680"/>
            </a:p>
          </p:txBody>
        </p:sp>
        <p:sp>
          <p:nvSpPr>
            <p:cNvPr id="48" name="Freeform 107">
              <a:extLst>
                <a:ext uri="{FF2B5EF4-FFF2-40B4-BE49-F238E27FC236}">
                  <a16:creationId xmlns:a16="http://schemas.microsoft.com/office/drawing/2014/main" id="{14B2ECA2-8AFB-45B8-B270-461C7D59DF1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688345" y="2731923"/>
              <a:ext cx="2625573" cy="2069793"/>
            </a:xfrm>
            <a:custGeom>
              <a:avLst/>
              <a:gdLst>
                <a:gd name="T0" fmla="*/ 2925 w 3064"/>
                <a:gd name="T1" fmla="*/ 893 h 2660"/>
                <a:gd name="T2" fmla="*/ 2392 w 3064"/>
                <a:gd name="T3" fmla="*/ 360 h 2660"/>
                <a:gd name="T4" fmla="*/ 2392 w 3064"/>
                <a:gd name="T5" fmla="*/ 258 h 2660"/>
                <a:gd name="T6" fmla="*/ 2574 w 3064"/>
                <a:gd name="T7" fmla="*/ 75 h 2660"/>
                <a:gd name="T8" fmla="*/ 2574 w 3064"/>
                <a:gd name="T9" fmla="*/ 247 h 2660"/>
                <a:gd name="T10" fmla="*/ 2596 w 3064"/>
                <a:gd name="T11" fmla="*/ 269 h 2660"/>
                <a:gd name="T12" fmla="*/ 2618 w 3064"/>
                <a:gd name="T13" fmla="*/ 247 h 2660"/>
                <a:gd name="T14" fmla="*/ 2618 w 3064"/>
                <a:gd name="T15" fmla="*/ 0 h 2660"/>
                <a:gd name="T16" fmla="*/ 2371 w 3064"/>
                <a:gd name="T17" fmla="*/ 0 h 2660"/>
                <a:gd name="T18" fmla="*/ 2349 w 3064"/>
                <a:gd name="T19" fmla="*/ 22 h 2660"/>
                <a:gd name="T20" fmla="*/ 2371 w 3064"/>
                <a:gd name="T21" fmla="*/ 44 h 2660"/>
                <a:gd name="T22" fmla="*/ 2543 w 3064"/>
                <a:gd name="T23" fmla="*/ 44 h 2660"/>
                <a:gd name="T24" fmla="*/ 2361 w 3064"/>
                <a:gd name="T25" fmla="*/ 226 h 2660"/>
                <a:gd name="T26" fmla="*/ 2361 w 3064"/>
                <a:gd name="T27" fmla="*/ 391 h 2660"/>
                <a:gd name="T28" fmla="*/ 2894 w 3064"/>
                <a:gd name="T29" fmla="*/ 924 h 2660"/>
                <a:gd name="T30" fmla="*/ 2894 w 3064"/>
                <a:gd name="T31" fmla="*/ 1367 h 2660"/>
                <a:gd name="T32" fmla="*/ 1737 w 3064"/>
                <a:gd name="T33" fmla="*/ 2524 h 2660"/>
                <a:gd name="T34" fmla="*/ 1515 w 3064"/>
                <a:gd name="T35" fmla="*/ 2616 h 2660"/>
                <a:gd name="T36" fmla="*/ 1293 w 3064"/>
                <a:gd name="T37" fmla="*/ 2524 h 2660"/>
                <a:gd name="T38" fmla="*/ 136 w 3064"/>
                <a:gd name="T39" fmla="*/ 1367 h 2660"/>
                <a:gd name="T40" fmla="*/ 44 w 3064"/>
                <a:gd name="T41" fmla="*/ 1146 h 2660"/>
                <a:gd name="T42" fmla="*/ 136 w 3064"/>
                <a:gd name="T43" fmla="*/ 924 h 2660"/>
                <a:gd name="T44" fmla="*/ 547 w 3064"/>
                <a:gd name="T45" fmla="*/ 513 h 2660"/>
                <a:gd name="T46" fmla="*/ 547 w 3064"/>
                <a:gd name="T47" fmla="*/ 482 h 2660"/>
                <a:gd name="T48" fmla="*/ 516 w 3064"/>
                <a:gd name="T49" fmla="*/ 482 h 2660"/>
                <a:gd name="T50" fmla="*/ 105 w 3064"/>
                <a:gd name="T51" fmla="*/ 893 h 2660"/>
                <a:gd name="T52" fmla="*/ 0 w 3064"/>
                <a:gd name="T53" fmla="*/ 1146 h 2660"/>
                <a:gd name="T54" fmla="*/ 105 w 3064"/>
                <a:gd name="T55" fmla="*/ 1398 h 2660"/>
                <a:gd name="T56" fmla="*/ 1262 w 3064"/>
                <a:gd name="T57" fmla="*/ 2556 h 2660"/>
                <a:gd name="T58" fmla="*/ 1515 w 3064"/>
                <a:gd name="T59" fmla="*/ 2660 h 2660"/>
                <a:gd name="T60" fmla="*/ 1768 w 3064"/>
                <a:gd name="T61" fmla="*/ 2556 h 2660"/>
                <a:gd name="T62" fmla="*/ 2925 w 3064"/>
                <a:gd name="T63" fmla="*/ 1398 h 2660"/>
                <a:gd name="T64" fmla="*/ 2925 w 3064"/>
                <a:gd name="T65" fmla="*/ 893 h 2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064" h="2660">
                  <a:moveTo>
                    <a:pt x="2925" y="893"/>
                  </a:moveTo>
                  <a:cubicBezTo>
                    <a:pt x="2392" y="360"/>
                    <a:pt x="2392" y="360"/>
                    <a:pt x="2392" y="360"/>
                  </a:cubicBezTo>
                  <a:cubicBezTo>
                    <a:pt x="2364" y="332"/>
                    <a:pt x="2364" y="286"/>
                    <a:pt x="2392" y="258"/>
                  </a:cubicBezTo>
                  <a:cubicBezTo>
                    <a:pt x="2574" y="75"/>
                    <a:pt x="2574" y="75"/>
                    <a:pt x="2574" y="75"/>
                  </a:cubicBezTo>
                  <a:cubicBezTo>
                    <a:pt x="2574" y="247"/>
                    <a:pt x="2574" y="247"/>
                    <a:pt x="2574" y="247"/>
                  </a:cubicBezTo>
                  <a:cubicBezTo>
                    <a:pt x="2574" y="259"/>
                    <a:pt x="2584" y="269"/>
                    <a:pt x="2596" y="269"/>
                  </a:cubicBezTo>
                  <a:cubicBezTo>
                    <a:pt x="2608" y="269"/>
                    <a:pt x="2618" y="259"/>
                    <a:pt x="2618" y="247"/>
                  </a:cubicBezTo>
                  <a:cubicBezTo>
                    <a:pt x="2618" y="0"/>
                    <a:pt x="2618" y="0"/>
                    <a:pt x="2618" y="0"/>
                  </a:cubicBezTo>
                  <a:cubicBezTo>
                    <a:pt x="2371" y="0"/>
                    <a:pt x="2371" y="0"/>
                    <a:pt x="2371" y="0"/>
                  </a:cubicBezTo>
                  <a:cubicBezTo>
                    <a:pt x="2359" y="0"/>
                    <a:pt x="2349" y="10"/>
                    <a:pt x="2349" y="22"/>
                  </a:cubicBezTo>
                  <a:cubicBezTo>
                    <a:pt x="2349" y="35"/>
                    <a:pt x="2359" y="44"/>
                    <a:pt x="2371" y="44"/>
                  </a:cubicBezTo>
                  <a:cubicBezTo>
                    <a:pt x="2543" y="44"/>
                    <a:pt x="2543" y="44"/>
                    <a:pt x="2543" y="44"/>
                  </a:cubicBezTo>
                  <a:cubicBezTo>
                    <a:pt x="2361" y="226"/>
                    <a:pt x="2361" y="226"/>
                    <a:pt x="2361" y="226"/>
                  </a:cubicBezTo>
                  <a:cubicBezTo>
                    <a:pt x="2315" y="272"/>
                    <a:pt x="2315" y="345"/>
                    <a:pt x="2361" y="391"/>
                  </a:cubicBezTo>
                  <a:cubicBezTo>
                    <a:pt x="2894" y="924"/>
                    <a:pt x="2894" y="924"/>
                    <a:pt x="2894" y="924"/>
                  </a:cubicBezTo>
                  <a:cubicBezTo>
                    <a:pt x="3016" y="1046"/>
                    <a:pt x="3016" y="1245"/>
                    <a:pt x="2894" y="1367"/>
                  </a:cubicBezTo>
                  <a:cubicBezTo>
                    <a:pt x="1737" y="2524"/>
                    <a:pt x="1737" y="2524"/>
                    <a:pt x="1737" y="2524"/>
                  </a:cubicBezTo>
                  <a:cubicBezTo>
                    <a:pt x="1678" y="2584"/>
                    <a:pt x="1599" y="2616"/>
                    <a:pt x="1515" y="2616"/>
                  </a:cubicBezTo>
                  <a:cubicBezTo>
                    <a:pt x="1431" y="2616"/>
                    <a:pt x="1353" y="2584"/>
                    <a:pt x="1293" y="2524"/>
                  </a:cubicBezTo>
                  <a:cubicBezTo>
                    <a:pt x="136" y="1367"/>
                    <a:pt x="136" y="1367"/>
                    <a:pt x="136" y="1367"/>
                  </a:cubicBezTo>
                  <a:cubicBezTo>
                    <a:pt x="77" y="1308"/>
                    <a:pt x="44" y="1229"/>
                    <a:pt x="44" y="1146"/>
                  </a:cubicBezTo>
                  <a:cubicBezTo>
                    <a:pt x="44" y="1062"/>
                    <a:pt x="77" y="983"/>
                    <a:pt x="136" y="924"/>
                  </a:cubicBezTo>
                  <a:cubicBezTo>
                    <a:pt x="547" y="513"/>
                    <a:pt x="547" y="513"/>
                    <a:pt x="547" y="513"/>
                  </a:cubicBezTo>
                  <a:cubicBezTo>
                    <a:pt x="556" y="505"/>
                    <a:pt x="556" y="491"/>
                    <a:pt x="547" y="482"/>
                  </a:cubicBezTo>
                  <a:cubicBezTo>
                    <a:pt x="539" y="473"/>
                    <a:pt x="525" y="473"/>
                    <a:pt x="516" y="482"/>
                  </a:cubicBezTo>
                  <a:cubicBezTo>
                    <a:pt x="105" y="893"/>
                    <a:pt x="105" y="893"/>
                    <a:pt x="105" y="893"/>
                  </a:cubicBezTo>
                  <a:cubicBezTo>
                    <a:pt x="38" y="960"/>
                    <a:pt x="0" y="1050"/>
                    <a:pt x="0" y="1146"/>
                  </a:cubicBezTo>
                  <a:cubicBezTo>
                    <a:pt x="0" y="1241"/>
                    <a:pt x="38" y="1331"/>
                    <a:pt x="105" y="1398"/>
                  </a:cubicBezTo>
                  <a:cubicBezTo>
                    <a:pt x="1262" y="2556"/>
                    <a:pt x="1262" y="2556"/>
                    <a:pt x="1262" y="2556"/>
                  </a:cubicBezTo>
                  <a:cubicBezTo>
                    <a:pt x="1330" y="2623"/>
                    <a:pt x="1420" y="2660"/>
                    <a:pt x="1515" y="2660"/>
                  </a:cubicBezTo>
                  <a:cubicBezTo>
                    <a:pt x="1611" y="2660"/>
                    <a:pt x="1700" y="2623"/>
                    <a:pt x="1768" y="2556"/>
                  </a:cubicBezTo>
                  <a:cubicBezTo>
                    <a:pt x="2925" y="1398"/>
                    <a:pt x="2925" y="1398"/>
                    <a:pt x="2925" y="1398"/>
                  </a:cubicBezTo>
                  <a:cubicBezTo>
                    <a:pt x="3064" y="1259"/>
                    <a:pt x="3064" y="1032"/>
                    <a:pt x="2925" y="893"/>
                  </a:cubicBezTo>
                  <a:close/>
                </a:path>
              </a:pathLst>
            </a:custGeom>
            <a:solidFill>
              <a:srgbClr val="55AF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09728" tIns="54864" rIns="109728" bIns="54864" numCol="1" anchor="t" anchorCtr="0" compatLnSpc="1">
              <a:prstTxWarp prst="textNoShape">
                <a:avLst/>
              </a:prstTxWarp>
            </a:bodyPr>
            <a:lstStyle/>
            <a:p>
              <a:endParaRPr lang="es-CO" sz="1680"/>
            </a:p>
          </p:txBody>
        </p:sp>
        <p:sp>
          <p:nvSpPr>
            <p:cNvPr id="49" name="Freeform 108">
              <a:extLst>
                <a:ext uri="{FF2B5EF4-FFF2-40B4-BE49-F238E27FC236}">
                  <a16:creationId xmlns:a16="http://schemas.microsoft.com/office/drawing/2014/main" id="{D9402E88-52EE-46A9-B46E-6FDF7D286F7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357809" y="2416840"/>
              <a:ext cx="1198063" cy="532609"/>
            </a:xfrm>
            <a:custGeom>
              <a:avLst/>
              <a:gdLst>
                <a:gd name="T0" fmla="*/ 39 w 1397"/>
                <a:gd name="T1" fmla="*/ 539 h 684"/>
                <a:gd name="T2" fmla="*/ 407 w 1397"/>
                <a:gd name="T3" fmla="*/ 171 h 684"/>
                <a:gd name="T4" fmla="*/ 851 w 1397"/>
                <a:gd name="T5" fmla="*/ 171 h 684"/>
                <a:gd name="T6" fmla="*/ 1357 w 1397"/>
                <a:gd name="T7" fmla="*/ 677 h 684"/>
                <a:gd name="T8" fmla="*/ 1373 w 1397"/>
                <a:gd name="T9" fmla="*/ 684 h 684"/>
                <a:gd name="T10" fmla="*/ 1388 w 1397"/>
                <a:gd name="T11" fmla="*/ 677 h 684"/>
                <a:gd name="T12" fmla="*/ 1388 w 1397"/>
                <a:gd name="T13" fmla="*/ 646 h 684"/>
                <a:gd name="T14" fmla="*/ 882 w 1397"/>
                <a:gd name="T15" fmla="*/ 140 h 684"/>
                <a:gd name="T16" fmla="*/ 376 w 1397"/>
                <a:gd name="T17" fmla="*/ 140 h 684"/>
                <a:gd name="T18" fmla="*/ 8 w 1397"/>
                <a:gd name="T19" fmla="*/ 508 h 684"/>
                <a:gd name="T20" fmla="*/ 8 w 1397"/>
                <a:gd name="T21" fmla="*/ 539 h 684"/>
                <a:gd name="T22" fmla="*/ 39 w 1397"/>
                <a:gd name="T23" fmla="*/ 539 h 6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7" h="684">
                  <a:moveTo>
                    <a:pt x="39" y="539"/>
                  </a:moveTo>
                  <a:cubicBezTo>
                    <a:pt x="407" y="171"/>
                    <a:pt x="407" y="171"/>
                    <a:pt x="407" y="171"/>
                  </a:cubicBezTo>
                  <a:cubicBezTo>
                    <a:pt x="530" y="49"/>
                    <a:pt x="728" y="49"/>
                    <a:pt x="851" y="171"/>
                  </a:cubicBezTo>
                  <a:cubicBezTo>
                    <a:pt x="1357" y="677"/>
                    <a:pt x="1357" y="677"/>
                    <a:pt x="1357" y="677"/>
                  </a:cubicBezTo>
                  <a:cubicBezTo>
                    <a:pt x="1361" y="681"/>
                    <a:pt x="1367" y="684"/>
                    <a:pt x="1373" y="684"/>
                  </a:cubicBezTo>
                  <a:cubicBezTo>
                    <a:pt x="1378" y="684"/>
                    <a:pt x="1384" y="681"/>
                    <a:pt x="1388" y="677"/>
                  </a:cubicBezTo>
                  <a:cubicBezTo>
                    <a:pt x="1397" y="669"/>
                    <a:pt x="1397" y="655"/>
                    <a:pt x="1388" y="646"/>
                  </a:cubicBezTo>
                  <a:cubicBezTo>
                    <a:pt x="882" y="140"/>
                    <a:pt x="882" y="140"/>
                    <a:pt x="882" y="140"/>
                  </a:cubicBezTo>
                  <a:cubicBezTo>
                    <a:pt x="742" y="0"/>
                    <a:pt x="516" y="0"/>
                    <a:pt x="376" y="140"/>
                  </a:cubicBezTo>
                  <a:cubicBezTo>
                    <a:pt x="8" y="508"/>
                    <a:pt x="8" y="508"/>
                    <a:pt x="8" y="508"/>
                  </a:cubicBezTo>
                  <a:cubicBezTo>
                    <a:pt x="0" y="517"/>
                    <a:pt x="0" y="530"/>
                    <a:pt x="8" y="539"/>
                  </a:cubicBezTo>
                  <a:cubicBezTo>
                    <a:pt x="17" y="548"/>
                    <a:pt x="31" y="548"/>
                    <a:pt x="39" y="539"/>
                  </a:cubicBezTo>
                  <a:close/>
                </a:path>
              </a:pathLst>
            </a:custGeom>
            <a:solidFill>
              <a:srgbClr val="55AF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09728" tIns="54864" rIns="109728" bIns="54864" numCol="1" anchor="t" anchorCtr="0" compatLnSpc="1">
              <a:prstTxWarp prst="textNoShape">
                <a:avLst/>
              </a:prstTxWarp>
            </a:bodyPr>
            <a:lstStyle/>
            <a:p>
              <a:endParaRPr lang="es-CO" sz="1680"/>
            </a:p>
          </p:txBody>
        </p:sp>
        <p:sp>
          <p:nvSpPr>
            <p:cNvPr id="50" name="Freeform 109">
              <a:extLst>
                <a:ext uri="{FF2B5EF4-FFF2-40B4-BE49-F238E27FC236}">
                  <a16:creationId xmlns:a16="http://schemas.microsoft.com/office/drawing/2014/main" id="{87C5D932-5420-452F-8C75-FEDA99C06CC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79512" y="1035220"/>
              <a:ext cx="2625573" cy="2357191"/>
            </a:xfrm>
            <a:custGeom>
              <a:avLst/>
              <a:gdLst>
                <a:gd name="T0" fmla="*/ 1550 w 3064"/>
                <a:gd name="T1" fmla="*/ 3029 h 3029"/>
                <a:gd name="T2" fmla="*/ 1297 w 3064"/>
                <a:gd name="T3" fmla="*/ 2924 h 3029"/>
                <a:gd name="T4" fmla="*/ 889 w 3064"/>
                <a:gd name="T5" fmla="*/ 2516 h 3029"/>
                <a:gd name="T6" fmla="*/ 889 w 3064"/>
                <a:gd name="T7" fmla="*/ 2485 h 3029"/>
                <a:gd name="T8" fmla="*/ 920 w 3064"/>
                <a:gd name="T9" fmla="*/ 2485 h 3029"/>
                <a:gd name="T10" fmla="*/ 1328 w 3064"/>
                <a:gd name="T11" fmla="*/ 2893 h 3029"/>
                <a:gd name="T12" fmla="*/ 1771 w 3064"/>
                <a:gd name="T13" fmla="*/ 2893 h 3029"/>
                <a:gd name="T14" fmla="*/ 2929 w 3064"/>
                <a:gd name="T15" fmla="*/ 1736 h 3029"/>
                <a:gd name="T16" fmla="*/ 3020 w 3064"/>
                <a:gd name="T17" fmla="*/ 1515 h 3029"/>
                <a:gd name="T18" fmla="*/ 2929 w 3064"/>
                <a:gd name="T19" fmla="*/ 1293 h 3029"/>
                <a:gd name="T20" fmla="*/ 1771 w 3064"/>
                <a:gd name="T21" fmla="*/ 136 h 3029"/>
                <a:gd name="T22" fmla="*/ 1550 w 3064"/>
                <a:gd name="T23" fmla="*/ 44 h 3029"/>
                <a:gd name="T24" fmla="*/ 1328 w 3064"/>
                <a:gd name="T25" fmla="*/ 136 h 3029"/>
                <a:gd name="T26" fmla="*/ 171 w 3064"/>
                <a:gd name="T27" fmla="*/ 1293 h 3029"/>
                <a:gd name="T28" fmla="*/ 171 w 3064"/>
                <a:gd name="T29" fmla="*/ 1736 h 3029"/>
                <a:gd name="T30" fmla="*/ 555 w 3064"/>
                <a:gd name="T31" fmla="*/ 2120 h 3029"/>
                <a:gd name="T32" fmla="*/ 555 w 3064"/>
                <a:gd name="T33" fmla="*/ 2151 h 3029"/>
                <a:gd name="T34" fmla="*/ 523 w 3064"/>
                <a:gd name="T35" fmla="*/ 2151 h 3029"/>
                <a:gd name="T36" fmla="*/ 140 w 3064"/>
                <a:gd name="T37" fmla="*/ 1767 h 3029"/>
                <a:gd name="T38" fmla="*/ 140 w 3064"/>
                <a:gd name="T39" fmla="*/ 1262 h 3029"/>
                <a:gd name="T40" fmla="*/ 1297 w 3064"/>
                <a:gd name="T41" fmla="*/ 105 h 3029"/>
                <a:gd name="T42" fmla="*/ 1550 w 3064"/>
                <a:gd name="T43" fmla="*/ 0 h 3029"/>
                <a:gd name="T44" fmla="*/ 1802 w 3064"/>
                <a:gd name="T45" fmla="*/ 105 h 3029"/>
                <a:gd name="T46" fmla="*/ 2960 w 3064"/>
                <a:gd name="T47" fmla="*/ 1262 h 3029"/>
                <a:gd name="T48" fmla="*/ 3064 w 3064"/>
                <a:gd name="T49" fmla="*/ 1515 h 3029"/>
                <a:gd name="T50" fmla="*/ 2960 w 3064"/>
                <a:gd name="T51" fmla="*/ 1767 h 3029"/>
                <a:gd name="T52" fmla="*/ 1802 w 3064"/>
                <a:gd name="T53" fmla="*/ 2924 h 3029"/>
                <a:gd name="T54" fmla="*/ 1550 w 3064"/>
                <a:gd name="T55" fmla="*/ 3029 h 30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064" h="3029">
                  <a:moveTo>
                    <a:pt x="1550" y="3029"/>
                  </a:moveTo>
                  <a:cubicBezTo>
                    <a:pt x="1458" y="3029"/>
                    <a:pt x="1367" y="2994"/>
                    <a:pt x="1297" y="2924"/>
                  </a:cubicBezTo>
                  <a:cubicBezTo>
                    <a:pt x="889" y="2516"/>
                    <a:pt x="889" y="2516"/>
                    <a:pt x="889" y="2516"/>
                  </a:cubicBezTo>
                  <a:cubicBezTo>
                    <a:pt x="880" y="2508"/>
                    <a:pt x="880" y="2494"/>
                    <a:pt x="889" y="2485"/>
                  </a:cubicBezTo>
                  <a:cubicBezTo>
                    <a:pt x="897" y="2476"/>
                    <a:pt x="911" y="2476"/>
                    <a:pt x="920" y="2485"/>
                  </a:cubicBezTo>
                  <a:cubicBezTo>
                    <a:pt x="1328" y="2893"/>
                    <a:pt x="1328" y="2893"/>
                    <a:pt x="1328" y="2893"/>
                  </a:cubicBezTo>
                  <a:cubicBezTo>
                    <a:pt x="1450" y="3016"/>
                    <a:pt x="1649" y="3016"/>
                    <a:pt x="1771" y="2893"/>
                  </a:cubicBezTo>
                  <a:cubicBezTo>
                    <a:pt x="2929" y="1736"/>
                    <a:pt x="2929" y="1736"/>
                    <a:pt x="2929" y="1736"/>
                  </a:cubicBezTo>
                  <a:cubicBezTo>
                    <a:pt x="2988" y="1677"/>
                    <a:pt x="3020" y="1598"/>
                    <a:pt x="3020" y="1515"/>
                  </a:cubicBezTo>
                  <a:cubicBezTo>
                    <a:pt x="3020" y="1431"/>
                    <a:pt x="2988" y="1352"/>
                    <a:pt x="2929" y="1293"/>
                  </a:cubicBezTo>
                  <a:cubicBezTo>
                    <a:pt x="1771" y="136"/>
                    <a:pt x="1771" y="136"/>
                    <a:pt x="1771" y="136"/>
                  </a:cubicBezTo>
                  <a:cubicBezTo>
                    <a:pt x="1712" y="76"/>
                    <a:pt x="1633" y="44"/>
                    <a:pt x="1550" y="44"/>
                  </a:cubicBezTo>
                  <a:cubicBezTo>
                    <a:pt x="1466" y="44"/>
                    <a:pt x="1387" y="76"/>
                    <a:pt x="1328" y="136"/>
                  </a:cubicBezTo>
                  <a:cubicBezTo>
                    <a:pt x="171" y="1293"/>
                    <a:pt x="171" y="1293"/>
                    <a:pt x="171" y="1293"/>
                  </a:cubicBezTo>
                  <a:cubicBezTo>
                    <a:pt x="49" y="1415"/>
                    <a:pt x="49" y="1614"/>
                    <a:pt x="171" y="1736"/>
                  </a:cubicBezTo>
                  <a:cubicBezTo>
                    <a:pt x="555" y="2120"/>
                    <a:pt x="555" y="2120"/>
                    <a:pt x="555" y="2120"/>
                  </a:cubicBezTo>
                  <a:cubicBezTo>
                    <a:pt x="563" y="2128"/>
                    <a:pt x="563" y="2142"/>
                    <a:pt x="555" y="2151"/>
                  </a:cubicBezTo>
                  <a:cubicBezTo>
                    <a:pt x="546" y="2159"/>
                    <a:pt x="532" y="2159"/>
                    <a:pt x="523" y="2151"/>
                  </a:cubicBezTo>
                  <a:cubicBezTo>
                    <a:pt x="140" y="1767"/>
                    <a:pt x="140" y="1767"/>
                    <a:pt x="140" y="1767"/>
                  </a:cubicBezTo>
                  <a:cubicBezTo>
                    <a:pt x="0" y="1628"/>
                    <a:pt x="0" y="1401"/>
                    <a:pt x="140" y="1262"/>
                  </a:cubicBezTo>
                  <a:cubicBezTo>
                    <a:pt x="1297" y="105"/>
                    <a:pt x="1297" y="105"/>
                    <a:pt x="1297" y="105"/>
                  </a:cubicBezTo>
                  <a:cubicBezTo>
                    <a:pt x="1364" y="37"/>
                    <a:pt x="1454" y="0"/>
                    <a:pt x="1550" y="0"/>
                  </a:cubicBezTo>
                  <a:cubicBezTo>
                    <a:pt x="1645" y="0"/>
                    <a:pt x="1735" y="37"/>
                    <a:pt x="1802" y="105"/>
                  </a:cubicBezTo>
                  <a:cubicBezTo>
                    <a:pt x="2960" y="1262"/>
                    <a:pt x="2960" y="1262"/>
                    <a:pt x="2960" y="1262"/>
                  </a:cubicBezTo>
                  <a:cubicBezTo>
                    <a:pt x="3027" y="1329"/>
                    <a:pt x="3064" y="1419"/>
                    <a:pt x="3064" y="1515"/>
                  </a:cubicBezTo>
                  <a:cubicBezTo>
                    <a:pt x="3064" y="1610"/>
                    <a:pt x="3027" y="1700"/>
                    <a:pt x="2960" y="1767"/>
                  </a:cubicBezTo>
                  <a:cubicBezTo>
                    <a:pt x="1802" y="2924"/>
                    <a:pt x="1802" y="2924"/>
                    <a:pt x="1802" y="2924"/>
                  </a:cubicBezTo>
                  <a:cubicBezTo>
                    <a:pt x="1733" y="2994"/>
                    <a:pt x="1641" y="3029"/>
                    <a:pt x="1550" y="3029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09728" tIns="54864" rIns="109728" bIns="54864" numCol="1" anchor="t" anchorCtr="0" compatLnSpc="1">
              <a:prstTxWarp prst="textNoShape">
                <a:avLst/>
              </a:prstTxWarp>
            </a:bodyPr>
            <a:lstStyle/>
            <a:p>
              <a:endParaRPr lang="es-CO" sz="1680"/>
            </a:p>
          </p:txBody>
        </p:sp>
        <p:sp>
          <p:nvSpPr>
            <p:cNvPr id="51" name="Marcador de texto 34">
              <a:extLst>
                <a:ext uri="{FF2B5EF4-FFF2-40B4-BE49-F238E27FC236}">
                  <a16:creationId xmlns:a16="http://schemas.microsoft.com/office/drawing/2014/main" id="{B67622CC-CC83-4DF0-B163-BB1AF11676EB}"/>
                </a:ext>
              </a:extLst>
            </p:cNvPr>
            <p:cNvSpPr txBox="1">
              <a:spLocks/>
            </p:cNvSpPr>
            <p:nvPr/>
          </p:nvSpPr>
          <p:spPr>
            <a:xfrm>
              <a:off x="473325" y="2098379"/>
              <a:ext cx="1835771" cy="715282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Times New Roman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Times New Roman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Times New Roman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Times New Roman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Times New Roman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Times New Roman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Times New Roman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Times New Roman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Times New Roman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fa-IR" sz="1680" dirty="0"/>
                <a:t>5- برنامه ها قابل درک تر هستند</a:t>
              </a:r>
              <a:endParaRPr lang="es-CO" sz="1680" dirty="0"/>
            </a:p>
          </p:txBody>
        </p:sp>
        <p:sp>
          <p:nvSpPr>
            <p:cNvPr id="52" name="Marcador de texto 34">
              <a:extLst>
                <a:ext uri="{FF2B5EF4-FFF2-40B4-BE49-F238E27FC236}">
                  <a16:creationId xmlns:a16="http://schemas.microsoft.com/office/drawing/2014/main" id="{83CB9527-3F37-495C-B4AB-8A770551A986}"/>
                </a:ext>
              </a:extLst>
            </p:cNvPr>
            <p:cNvSpPr txBox="1">
              <a:spLocks/>
            </p:cNvSpPr>
            <p:nvPr/>
          </p:nvSpPr>
          <p:spPr>
            <a:xfrm>
              <a:off x="2122963" y="3340631"/>
              <a:ext cx="1755224" cy="715282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Times New Roman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Times New Roman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Times New Roman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Times New Roman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Times New Roman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Times New Roman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Times New Roman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Times New Roman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Times New Roman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fa-IR" sz="1680" dirty="0"/>
                <a:t>4-برای ساخت سیستم ها استریمی از زبان های برنامه نویسی و پایگاه داده های مختلف می توان استفاده کرد</a:t>
              </a:r>
              <a:endParaRPr lang="es-CO" sz="1680" dirty="0"/>
            </a:p>
          </p:txBody>
        </p:sp>
        <p:sp>
          <p:nvSpPr>
            <p:cNvPr id="53" name="Marcador de texto 34">
              <a:extLst>
                <a:ext uri="{FF2B5EF4-FFF2-40B4-BE49-F238E27FC236}">
                  <a16:creationId xmlns:a16="http://schemas.microsoft.com/office/drawing/2014/main" id="{A966B586-2445-453D-BC9E-70883B7E1A9F}"/>
                </a:ext>
              </a:extLst>
            </p:cNvPr>
            <p:cNvSpPr txBox="1">
              <a:spLocks/>
            </p:cNvSpPr>
            <p:nvPr/>
          </p:nvSpPr>
          <p:spPr>
            <a:xfrm>
              <a:off x="3665882" y="1847680"/>
              <a:ext cx="1786560" cy="715282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Times New Roman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Times New Roman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Times New Roman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Times New Roman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Times New Roman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Times New Roman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Times New Roman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Times New Roman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Times New Roman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fa-IR" sz="1680" dirty="0"/>
                <a:t>3-تابع های استریمی راحت تر از تابع های معمولی پیاده سازی می شوند و تاثیرات جانبی ندارند.</a:t>
              </a:r>
              <a:endParaRPr lang="es-CO" sz="1680" dirty="0"/>
            </a:p>
          </p:txBody>
        </p:sp>
        <p:sp>
          <p:nvSpPr>
            <p:cNvPr id="54" name="Marcador de texto 34">
              <a:extLst>
                <a:ext uri="{FF2B5EF4-FFF2-40B4-BE49-F238E27FC236}">
                  <a16:creationId xmlns:a16="http://schemas.microsoft.com/office/drawing/2014/main" id="{452A6C70-BB6D-4A3D-AD6D-DD26D95E844E}"/>
                </a:ext>
              </a:extLst>
            </p:cNvPr>
            <p:cNvSpPr txBox="1">
              <a:spLocks/>
            </p:cNvSpPr>
            <p:nvPr/>
          </p:nvSpPr>
          <p:spPr>
            <a:xfrm>
              <a:off x="5083496" y="3397833"/>
              <a:ext cx="1943214" cy="715282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Times New Roman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Times New Roman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Times New Roman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Times New Roman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Times New Roman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Times New Roman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Times New Roman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Times New Roman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Times New Roman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fa-IR" sz="1680" dirty="0"/>
                <a:t>2-استریم ها برای در دسترس بودن در زمان اجرا طراحی شدند</a:t>
              </a:r>
              <a:endParaRPr lang="es-CO" sz="1680" dirty="0"/>
            </a:p>
          </p:txBody>
        </p:sp>
        <p:sp>
          <p:nvSpPr>
            <p:cNvPr id="55" name="Marcador de texto 34">
              <a:extLst>
                <a:ext uri="{FF2B5EF4-FFF2-40B4-BE49-F238E27FC236}">
                  <a16:creationId xmlns:a16="http://schemas.microsoft.com/office/drawing/2014/main" id="{4FEA5616-DD31-4B4F-83E8-47C5195F4BC0}"/>
                </a:ext>
              </a:extLst>
            </p:cNvPr>
            <p:cNvSpPr txBox="1">
              <a:spLocks/>
            </p:cNvSpPr>
            <p:nvPr/>
          </p:nvSpPr>
          <p:spPr>
            <a:xfrm>
              <a:off x="6638063" y="1907468"/>
              <a:ext cx="2069667" cy="715282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Times New Roman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Times New Roman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Times New Roman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Times New Roman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Times New Roman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Times New Roman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Times New Roman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Times New Roman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Times New Roman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fa-IR" sz="1680" dirty="0"/>
                <a:t>1- استریم ها ذاتا قابلیت موازی سازی دارند و مجموعه داده ها را کش میکنند.</a:t>
              </a:r>
              <a:endParaRPr lang="es-CO" sz="1680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FC7ED57-75EA-8370-5AAD-4BC1063E545C}"/>
              </a:ext>
            </a:extLst>
          </p:cNvPr>
          <p:cNvSpPr txBox="1"/>
          <p:nvPr/>
        </p:nvSpPr>
        <p:spPr>
          <a:xfrm>
            <a:off x="10604508" y="587785"/>
            <a:ext cx="523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1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5" name="Content Placeholder 32">
            <a:extLst>
              <a:ext uri="{FF2B5EF4-FFF2-40B4-BE49-F238E27FC236}">
                <a16:creationId xmlns:a16="http://schemas.microsoft.com/office/drawing/2014/main" id="{D1636FF9-7D1A-F6EB-180C-FA0ECF75B329}"/>
              </a:ext>
            </a:extLst>
          </p:cNvPr>
          <p:cNvSpPr txBox="1">
            <a:spLocks/>
          </p:cNvSpPr>
          <p:nvPr/>
        </p:nvSpPr>
        <p:spPr>
          <a:xfrm>
            <a:off x="11551833" y="-16017"/>
            <a:ext cx="538221" cy="1679787"/>
          </a:xfrm>
          <a:prstGeom prst="rect">
            <a:avLst/>
          </a:prstGeom>
          <a:noFill/>
          <a:effectLst>
            <a:outerShdw blurRad="50800" dist="12700" dir="5400000" algn="ctr" rotWithShape="0">
              <a:schemeClr val="accent4">
                <a:lumMod val="20000"/>
                <a:lumOff val="80000"/>
                <a:alpha val="99000"/>
              </a:schemeClr>
            </a:outerShdw>
          </a:effectLst>
        </p:spPr>
        <p:txBody>
          <a:bodyPr vert="vert270" wrap="square" lIns="114108" tIns="57054" rIns="114108" bIns="57054" rtlCol="0">
            <a:spAutoFit/>
          </a:bodyPr>
          <a:lstStyle>
            <a:defPPr>
              <a:defRPr lang="en-US"/>
            </a:defPPr>
            <a:lvl1pPr algn="ctr" rtl="1">
              <a:defRPr sz="2000" b="1">
                <a:ln w="0"/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cs typeface="B Mitra" panose="00000400000000000000" pitchFamily="2" charset="-78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6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4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2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2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a-IR" dirty="0"/>
              <a:t>مقدمه</a:t>
            </a:r>
            <a:endParaRPr lang="ar-OM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8DF140-EDD1-7E2F-3E36-43F1DE51C0AB}"/>
              </a:ext>
            </a:extLst>
          </p:cNvPr>
          <p:cNvSpPr txBox="1"/>
          <p:nvPr/>
        </p:nvSpPr>
        <p:spPr>
          <a:xfrm>
            <a:off x="11194494" y="3436653"/>
            <a:ext cx="852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03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53DAA3-F86A-C118-AFDC-00F974DC73F9}"/>
              </a:ext>
            </a:extLst>
          </p:cNvPr>
          <p:cNvSpPr txBox="1"/>
          <p:nvPr/>
        </p:nvSpPr>
        <p:spPr>
          <a:xfrm>
            <a:off x="11137005" y="4592044"/>
            <a:ext cx="860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04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E56929-74F3-62FE-AEAA-5B93C9370A0E}"/>
              </a:ext>
            </a:extLst>
          </p:cNvPr>
          <p:cNvSpPr txBox="1"/>
          <p:nvPr/>
        </p:nvSpPr>
        <p:spPr>
          <a:xfrm>
            <a:off x="11227769" y="2227046"/>
            <a:ext cx="852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02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1778587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C92C460C-76BE-438E-811E-7493C089E45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b="1" dirty="0"/>
              <a:t>Stateful  </a:t>
            </a:r>
            <a:r>
              <a:rPr lang="fa-IR" b="1" dirty="0"/>
              <a:t> </a:t>
            </a:r>
            <a:r>
              <a:rPr lang="ar-SA" b="1" dirty="0"/>
              <a:t>کردن سرویس ها</a:t>
            </a:r>
            <a:endParaRPr lang="en-US" dirty="0"/>
          </a:p>
        </p:txBody>
      </p:sp>
      <p:sp>
        <p:nvSpPr>
          <p:cNvPr id="17" name="Google Shape;4326;p55">
            <a:hlinkClick r:id="rId2" action="ppaction://hlinksldjump"/>
            <a:extLst>
              <a:ext uri="{FF2B5EF4-FFF2-40B4-BE49-F238E27FC236}">
                <a16:creationId xmlns:a16="http://schemas.microsoft.com/office/drawing/2014/main" id="{A029967C-975B-4EE8-8F7A-3F7591479344}"/>
              </a:ext>
            </a:extLst>
          </p:cNvPr>
          <p:cNvSpPr/>
          <p:nvPr/>
        </p:nvSpPr>
        <p:spPr>
          <a:xfrm>
            <a:off x="11196893" y="6387218"/>
            <a:ext cx="482052" cy="421088"/>
          </a:xfrm>
          <a:custGeom>
            <a:avLst/>
            <a:gdLst/>
            <a:ahLst/>
            <a:cxnLst/>
            <a:rect l="l" t="t" r="r" b="b"/>
            <a:pathLst>
              <a:path w="11217" h="10342" extrusionOk="0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rgbClr val="003964"/>
          </a:solidFill>
          <a:ln>
            <a:solidFill>
              <a:srgbClr val="003964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" name="Oval 5">
            <a:hlinkClick r:id="rId3" action="ppaction://hlinksldjump"/>
            <a:extLst>
              <a:ext uri="{FF2B5EF4-FFF2-40B4-BE49-F238E27FC236}">
                <a16:creationId xmlns:a16="http://schemas.microsoft.com/office/drawing/2014/main" id="{4940BE9B-33E0-4111-979C-4EA84B9C2B71}"/>
              </a:ext>
            </a:extLst>
          </p:cNvPr>
          <p:cNvSpPr/>
          <p:nvPr/>
        </p:nvSpPr>
        <p:spPr>
          <a:xfrm>
            <a:off x="8730578" y="2085298"/>
            <a:ext cx="2880000" cy="3240000"/>
          </a:xfrm>
          <a:custGeom>
            <a:avLst/>
            <a:gdLst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1066534"/>
              <a:gd name="connsiteX1" fmla="*/ 450000 w 900000"/>
              <a:gd name="connsiteY1" fmla="*/ 70413 h 1066534"/>
              <a:gd name="connsiteX2" fmla="*/ 900000 w 900000"/>
              <a:gd name="connsiteY2" fmla="*/ 520413 h 1066534"/>
              <a:gd name="connsiteX3" fmla="*/ 450000 w 900000"/>
              <a:gd name="connsiteY3" fmla="*/ 970413 h 1066534"/>
              <a:gd name="connsiteX4" fmla="*/ 0 w 900000"/>
              <a:gd name="connsiteY4" fmla="*/ 520413 h 1066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000" h="1066534">
                <a:moveTo>
                  <a:pt x="0" y="520413"/>
                </a:moveTo>
                <a:cubicBezTo>
                  <a:pt x="0" y="370413"/>
                  <a:pt x="513988" y="313481"/>
                  <a:pt x="450000" y="70413"/>
                </a:cubicBezTo>
                <a:cubicBezTo>
                  <a:pt x="386012" y="-172655"/>
                  <a:pt x="900000" y="271885"/>
                  <a:pt x="900000" y="520413"/>
                </a:cubicBezTo>
                <a:cubicBezTo>
                  <a:pt x="900000" y="768941"/>
                  <a:pt x="559631" y="635795"/>
                  <a:pt x="450000" y="970413"/>
                </a:cubicBezTo>
                <a:cubicBezTo>
                  <a:pt x="340369" y="1305031"/>
                  <a:pt x="0" y="670413"/>
                  <a:pt x="0" y="520413"/>
                </a:cubicBezTo>
                <a:close/>
              </a:path>
            </a:pathLst>
          </a:custGeom>
          <a:ln w="825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Arrow: Chevron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3CAFDD6-B6D0-49BB-BFED-0120E4D93F50}"/>
              </a:ext>
            </a:extLst>
          </p:cNvPr>
          <p:cNvSpPr/>
          <p:nvPr/>
        </p:nvSpPr>
        <p:spPr>
          <a:xfrm>
            <a:off x="11776075" y="6457950"/>
            <a:ext cx="292100" cy="350356"/>
          </a:xfrm>
          <a:prstGeom prst="chevron">
            <a:avLst/>
          </a:prstGeom>
          <a:solidFill>
            <a:srgbClr val="3494B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8" name="Arrow: Chevron 2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78155F95-DDDB-4376-9E15-907C0F22EACD}"/>
              </a:ext>
            </a:extLst>
          </p:cNvPr>
          <p:cNvSpPr/>
          <p:nvPr/>
        </p:nvSpPr>
        <p:spPr>
          <a:xfrm flipH="1">
            <a:off x="10807663" y="6457950"/>
            <a:ext cx="292100" cy="350356"/>
          </a:xfrm>
          <a:prstGeom prst="chevron">
            <a:avLst/>
          </a:prstGeom>
          <a:solidFill>
            <a:srgbClr val="3494B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AF08C6-8C99-B661-C4D2-EFA356C4A3EC}"/>
              </a:ext>
            </a:extLst>
          </p:cNvPr>
          <p:cNvSpPr txBox="1"/>
          <p:nvPr/>
        </p:nvSpPr>
        <p:spPr>
          <a:xfrm>
            <a:off x="9585489" y="3485219"/>
            <a:ext cx="11701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4000" dirty="0">
                <a:solidFill>
                  <a:schemeClr val="bg1"/>
                </a:solidFill>
                <a:cs typeface="2  Yekan" panose="00000400000000000000" pitchFamily="2" charset="-78"/>
              </a:rPr>
              <a:t>2</a:t>
            </a:r>
            <a:endParaRPr lang="en-US" sz="40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17BF77A8-CCA0-5B4D-08B9-AA965E15FFF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54" t="-6662" r="2503" b="-6971"/>
          <a:stretch/>
        </p:blipFill>
        <p:spPr>
          <a:xfrm>
            <a:off x="-1326262" y="-971782"/>
            <a:ext cx="5966304" cy="6130872"/>
          </a:xfrm>
        </p:spPr>
      </p:pic>
    </p:spTree>
    <p:extLst>
      <p:ext uri="{BB962C8B-B14F-4D97-AF65-F5344CB8AC3E}">
        <p14:creationId xmlns:p14="http://schemas.microsoft.com/office/powerpoint/2010/main" val="9686132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C9340D-D0D6-4B48-94E7-0FF5020D1384}"/>
              </a:ext>
            </a:extLst>
          </p:cNvPr>
          <p:cNvSpPr/>
          <p:nvPr/>
        </p:nvSpPr>
        <p:spPr>
          <a:xfrm>
            <a:off x="10949651" y="-23148"/>
            <a:ext cx="12423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8" name="Rectangle 47">
            <a:hlinkClick r:id="rId3" action="ppaction://hlinksldjump"/>
            <a:extLst>
              <a:ext uri="{FF2B5EF4-FFF2-40B4-BE49-F238E27FC236}">
                <a16:creationId xmlns:a16="http://schemas.microsoft.com/office/drawing/2014/main" id="{6D7860E7-EBE5-42BF-9B1C-9A8735CC5850}"/>
              </a:ext>
            </a:extLst>
          </p:cNvPr>
          <p:cNvSpPr/>
          <p:nvPr/>
        </p:nvSpPr>
        <p:spPr>
          <a:xfrm>
            <a:off x="11222860" y="442177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Rectangle 44">
            <a:hlinkClick r:id="" action="ppaction://noaction"/>
            <a:extLst>
              <a:ext uri="{FF2B5EF4-FFF2-40B4-BE49-F238E27FC236}">
                <a16:creationId xmlns:a16="http://schemas.microsoft.com/office/drawing/2014/main" id="{73620106-7D22-448C-B7FF-054CB97EB46F}"/>
              </a:ext>
            </a:extLst>
          </p:cNvPr>
          <p:cNvSpPr/>
          <p:nvPr/>
        </p:nvSpPr>
        <p:spPr>
          <a:xfrm>
            <a:off x="11222860" y="3033933"/>
            <a:ext cx="809818" cy="7908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Rectangle 45">
            <a:hlinkClick r:id="" action="ppaction://noaction"/>
            <a:extLst>
              <a:ext uri="{FF2B5EF4-FFF2-40B4-BE49-F238E27FC236}">
                <a16:creationId xmlns:a16="http://schemas.microsoft.com/office/drawing/2014/main" id="{589BDDF9-F5A2-4FAC-B919-FD1F2861954A}"/>
              </a:ext>
            </a:extLst>
          </p:cNvPr>
          <p:cNvSpPr/>
          <p:nvPr/>
        </p:nvSpPr>
        <p:spPr>
          <a:xfrm>
            <a:off x="11116052" y="4540245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7" name="Rectangle 46">
            <a:hlinkClick r:id="" action="ppaction://noaction"/>
            <a:extLst>
              <a:ext uri="{FF2B5EF4-FFF2-40B4-BE49-F238E27FC236}">
                <a16:creationId xmlns:a16="http://schemas.microsoft.com/office/drawing/2014/main" id="{F0A155FF-C1EF-431B-92E0-0699FB6AF4C5}"/>
              </a:ext>
            </a:extLst>
          </p:cNvPr>
          <p:cNvSpPr/>
          <p:nvPr/>
        </p:nvSpPr>
        <p:spPr>
          <a:xfrm>
            <a:off x="11222860" y="5831842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hlinkClick r:id="" action="ppaction://noaction"/>
            <a:extLst>
              <a:ext uri="{FF2B5EF4-FFF2-40B4-BE49-F238E27FC236}">
                <a16:creationId xmlns:a16="http://schemas.microsoft.com/office/drawing/2014/main" id="{1126EAA4-7C49-4677-BC7F-76475CC0A19A}"/>
              </a:ext>
            </a:extLst>
          </p:cNvPr>
          <p:cNvSpPr/>
          <p:nvPr/>
        </p:nvSpPr>
        <p:spPr>
          <a:xfrm>
            <a:off x="11244080" y="3078303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>
            <a:hlinkClick r:id="" action="ppaction://noaction"/>
            <a:extLst>
              <a:ext uri="{FF2B5EF4-FFF2-40B4-BE49-F238E27FC236}">
                <a16:creationId xmlns:a16="http://schemas.microsoft.com/office/drawing/2014/main" id="{F35E70BC-2429-4BF3-8D0B-04F69E7D25F7}"/>
              </a:ext>
            </a:extLst>
          </p:cNvPr>
          <p:cNvSpPr/>
          <p:nvPr/>
        </p:nvSpPr>
        <p:spPr>
          <a:xfrm>
            <a:off x="11209355" y="5845678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Oval 5">
            <a:hlinkClick r:id="rId4" action="ppaction://hlinksldjump"/>
            <a:extLst>
              <a:ext uri="{FF2B5EF4-FFF2-40B4-BE49-F238E27FC236}">
                <a16:creationId xmlns:a16="http://schemas.microsoft.com/office/drawing/2014/main" id="{D6E034E9-CCB3-469B-96F8-90B76971A585}"/>
              </a:ext>
            </a:extLst>
          </p:cNvPr>
          <p:cNvSpPr/>
          <p:nvPr/>
        </p:nvSpPr>
        <p:spPr>
          <a:xfrm>
            <a:off x="10377817" y="1518210"/>
            <a:ext cx="1074211" cy="1164619"/>
          </a:xfrm>
          <a:custGeom>
            <a:avLst/>
            <a:gdLst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1066534"/>
              <a:gd name="connsiteX1" fmla="*/ 450000 w 900000"/>
              <a:gd name="connsiteY1" fmla="*/ 70413 h 1066534"/>
              <a:gd name="connsiteX2" fmla="*/ 900000 w 900000"/>
              <a:gd name="connsiteY2" fmla="*/ 520413 h 1066534"/>
              <a:gd name="connsiteX3" fmla="*/ 450000 w 900000"/>
              <a:gd name="connsiteY3" fmla="*/ 970413 h 1066534"/>
              <a:gd name="connsiteX4" fmla="*/ 0 w 900000"/>
              <a:gd name="connsiteY4" fmla="*/ 520413 h 1066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000" h="1066534">
                <a:moveTo>
                  <a:pt x="0" y="520413"/>
                </a:moveTo>
                <a:cubicBezTo>
                  <a:pt x="0" y="370413"/>
                  <a:pt x="513988" y="313481"/>
                  <a:pt x="450000" y="70413"/>
                </a:cubicBezTo>
                <a:cubicBezTo>
                  <a:pt x="386012" y="-172655"/>
                  <a:pt x="900000" y="271885"/>
                  <a:pt x="900000" y="520413"/>
                </a:cubicBezTo>
                <a:cubicBezTo>
                  <a:pt x="900000" y="768941"/>
                  <a:pt x="559631" y="635795"/>
                  <a:pt x="450000" y="970413"/>
                </a:cubicBezTo>
                <a:cubicBezTo>
                  <a:pt x="340369" y="1305031"/>
                  <a:pt x="0" y="670413"/>
                  <a:pt x="0" y="520413"/>
                </a:cubicBezTo>
                <a:close/>
              </a:path>
            </a:pathLst>
          </a:custGeom>
          <a:ln w="825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Content Placeholder 53">
            <a:extLst>
              <a:ext uri="{FF2B5EF4-FFF2-40B4-BE49-F238E27FC236}">
                <a16:creationId xmlns:a16="http://schemas.microsoft.com/office/drawing/2014/main" id="{0EC44D3F-39A2-4248-9C61-041C30B3E8B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79085" y="508934"/>
            <a:ext cx="9983788" cy="5138738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rgbClr val="0070C0"/>
                </a:solidFill>
                <a:ea typeface="+mj-ea"/>
                <a:cs typeface="B Titr"/>
              </a:rPr>
              <a:t> </a:t>
            </a:r>
            <a:r>
              <a:rPr lang="en-US" sz="2400" b="1" dirty="0">
                <a:solidFill>
                  <a:srgbClr val="0070C0"/>
                </a:solidFill>
                <a:ea typeface="+mj-ea"/>
                <a:cs typeface="B Titr"/>
              </a:rPr>
              <a:t>Stateful</a:t>
            </a:r>
            <a:r>
              <a:rPr lang="en-US" sz="2400" dirty="0">
                <a:solidFill>
                  <a:srgbClr val="0070C0"/>
                </a:solidFill>
                <a:ea typeface="+mj-ea"/>
                <a:cs typeface="B Titr"/>
              </a:rPr>
              <a:t>  </a:t>
            </a:r>
            <a:r>
              <a:rPr lang="fa-IR" sz="2400" dirty="0">
                <a:solidFill>
                  <a:srgbClr val="0070C0"/>
                </a:solidFill>
                <a:ea typeface="+mj-ea"/>
                <a:cs typeface="B Titr"/>
              </a:rPr>
              <a:t>کردن سرویس ها</a:t>
            </a:r>
            <a:endParaRPr lang="fa-IR" dirty="0"/>
          </a:p>
        </p:txBody>
      </p:sp>
      <p:sp>
        <p:nvSpPr>
          <p:cNvPr id="55" name="Striped Right Arrow 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65D0FE6F-6A20-443B-819F-70694BD486C9}"/>
              </a:ext>
            </a:extLst>
          </p:cNvPr>
          <p:cNvSpPr/>
          <p:nvPr/>
        </p:nvSpPr>
        <p:spPr>
          <a:xfrm rot="16200000">
            <a:off x="80162" y="5783314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sp>
        <p:nvSpPr>
          <p:cNvPr id="56" name="Striped Right Arrow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DB522DE-5A4D-43B5-A848-3E741167A7BE}"/>
              </a:ext>
            </a:extLst>
          </p:cNvPr>
          <p:cNvSpPr/>
          <p:nvPr/>
        </p:nvSpPr>
        <p:spPr>
          <a:xfrm>
            <a:off x="644918" y="6352996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sp>
        <p:nvSpPr>
          <p:cNvPr id="57" name="Content Placeholder 12">
            <a:extLst>
              <a:ext uri="{FF2B5EF4-FFF2-40B4-BE49-F238E27FC236}">
                <a16:creationId xmlns:a16="http://schemas.microsoft.com/office/drawing/2014/main" id="{E858324C-1349-4EA9-B29B-1AB52293426B}"/>
              </a:ext>
            </a:extLst>
          </p:cNvPr>
          <p:cNvSpPr txBox="1">
            <a:spLocks/>
          </p:cNvSpPr>
          <p:nvPr/>
        </p:nvSpPr>
        <p:spPr>
          <a:xfrm>
            <a:off x="11526577" y="1064096"/>
            <a:ext cx="415111" cy="2220549"/>
          </a:xfrm>
          <a:prstGeom prst="rect">
            <a:avLst/>
          </a:prstGeom>
          <a:noFill/>
          <a:effectLst>
            <a:outerShdw blurRad="50800" dist="12700" dir="5400000" algn="ctr" rotWithShape="0">
              <a:schemeClr val="accent4">
                <a:lumMod val="20000"/>
                <a:lumOff val="80000"/>
                <a:alpha val="99000"/>
              </a:schemeClr>
            </a:outerShdw>
          </a:effectLst>
        </p:spPr>
        <p:txBody>
          <a:bodyPr vert="vert270" wrap="square" lIns="114108" tIns="57054" rIns="114108" bIns="57054" rtlCol="0">
            <a:spAutoFit/>
          </a:bodyPr>
          <a:lstStyle>
            <a:defPPr>
              <a:defRPr lang="en-US"/>
            </a:defPPr>
            <a:lvl1pPr algn="ctr" rtl="1">
              <a:defRPr sz="2000" b="1">
                <a:ln w="0"/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cs typeface="B Mitra" panose="00000400000000000000" pitchFamily="2" charset="-78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6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4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2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2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Stateful  </a:t>
            </a:r>
            <a:r>
              <a:rPr lang="fa-I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SA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کردن سرویس ها</a:t>
            </a:r>
            <a:endParaRPr 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22B9FB5-9E18-6EA3-F32B-E8492C18EC95}"/>
              </a:ext>
            </a:extLst>
          </p:cNvPr>
          <p:cNvSpPr txBox="1"/>
          <p:nvPr/>
        </p:nvSpPr>
        <p:spPr>
          <a:xfrm>
            <a:off x="11189247" y="515268"/>
            <a:ext cx="809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01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42BA8E3-4EB6-F964-3199-98CC4DD860B5}"/>
              </a:ext>
            </a:extLst>
          </p:cNvPr>
          <p:cNvSpPr txBox="1"/>
          <p:nvPr/>
        </p:nvSpPr>
        <p:spPr>
          <a:xfrm>
            <a:off x="10552719" y="1870753"/>
            <a:ext cx="523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2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939E420F-2B65-EF45-D92C-EE4F648251E3}"/>
              </a:ext>
            </a:extLst>
          </p:cNvPr>
          <p:cNvGrpSpPr/>
          <p:nvPr/>
        </p:nvGrpSpPr>
        <p:grpSpPr>
          <a:xfrm>
            <a:off x="302875" y="1213735"/>
            <a:ext cx="7405131" cy="499309"/>
            <a:chOff x="2426878" y="1363092"/>
            <a:chExt cx="6170943" cy="416091"/>
          </a:xfrm>
        </p:grpSpPr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EF85E796-060A-6A60-D4C2-D6DD3A48B9BA}"/>
                </a:ext>
              </a:extLst>
            </p:cNvPr>
            <p:cNvSpPr/>
            <p:nvPr/>
          </p:nvSpPr>
          <p:spPr>
            <a:xfrm>
              <a:off x="8201821" y="1382710"/>
              <a:ext cx="396000" cy="396000"/>
            </a:xfrm>
            <a:prstGeom prst="ellipse">
              <a:avLst/>
            </a:prstGeom>
            <a:solidFill>
              <a:srgbClr val="FFC000"/>
            </a:solidFill>
            <a:ln/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lIns="220158" tIns="110080" rIns="220158" bIns="110080" rtlCol="0" anchor="ctr"/>
            <a:lstStyle/>
            <a:p>
              <a:pPr algn="ctr" rtl="1"/>
              <a:endParaRPr lang="en-US" sz="2800" dirty="0">
                <a:solidFill>
                  <a:srgbClr val="002060"/>
                </a:solidFill>
                <a:latin typeface="Times New Roman" panose="02000508000000020004" pitchFamily="50" charset="0"/>
              </a:endParaRP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AB18B126-8EAE-DB3D-ED6D-C9BD16C48D69}"/>
                </a:ext>
              </a:extLst>
            </p:cNvPr>
            <p:cNvSpPr txBox="1"/>
            <p:nvPr/>
          </p:nvSpPr>
          <p:spPr>
            <a:xfrm>
              <a:off x="2426878" y="1363092"/>
              <a:ext cx="5767131" cy="416091"/>
            </a:xfrm>
            <a:prstGeom prst="rect">
              <a:avLst/>
            </a:prstGeom>
            <a:noFill/>
          </p:spPr>
          <p:txBody>
            <a:bodyPr wrap="square" lIns="220158" tIns="110080" rIns="220158" bIns="110080" rtlCol="0">
              <a:spAutoFit/>
            </a:bodyPr>
            <a:lstStyle/>
            <a:p>
              <a:pPr algn="r" rtl="1">
                <a:buClr>
                  <a:srgbClr val="E24848"/>
                </a:buClr>
                <a:defRPr/>
              </a:pPr>
              <a:r>
                <a:rPr lang="fa-IR" b="1" noProof="1">
                  <a:cs typeface="B Nazanin" panose="00000400000000000000" pitchFamily="2" charset="-78"/>
                </a:rPr>
                <a:t>یک شعار وجود دارد که </a:t>
              </a:r>
              <a:r>
                <a:rPr lang="en-US" b="1" noProof="1">
                  <a:cs typeface="B Nazanin" panose="00000400000000000000" pitchFamily="2" charset="-78"/>
                </a:rPr>
                <a:t>statelessness</a:t>
              </a:r>
              <a:r>
                <a:rPr lang="fa-IR" b="1" noProof="1">
                  <a:cs typeface="B Nazanin" panose="00000400000000000000" pitchFamily="2" charset="-78"/>
                </a:rPr>
                <a:t> خوب است.</a:t>
              </a:r>
              <a:endParaRPr lang="en-US" b="1" noProof="1">
                <a:cs typeface="B Nazanin" panose="00000400000000000000" pitchFamily="2" charset="-78"/>
              </a:endParaRPr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11F6E8B1-7C6E-0E2B-2C2B-726E5F4A657C}"/>
              </a:ext>
            </a:extLst>
          </p:cNvPr>
          <p:cNvGrpSpPr/>
          <p:nvPr/>
        </p:nvGrpSpPr>
        <p:grpSpPr>
          <a:xfrm>
            <a:off x="353727" y="2211571"/>
            <a:ext cx="7354279" cy="526961"/>
            <a:chOff x="2469255" y="2090253"/>
            <a:chExt cx="6128566" cy="439134"/>
          </a:xfrm>
        </p:grpSpPr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D30CBB60-8BA7-950E-D11D-52E231AB8769}"/>
                </a:ext>
              </a:extLst>
            </p:cNvPr>
            <p:cNvSpPr/>
            <p:nvPr/>
          </p:nvSpPr>
          <p:spPr>
            <a:xfrm>
              <a:off x="8201821" y="2133387"/>
              <a:ext cx="396000" cy="396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lIns="220158" tIns="110080" rIns="220158" bIns="110080" rtlCol="0" anchor="ctr"/>
            <a:lstStyle/>
            <a:p>
              <a:pPr algn="ctr"/>
              <a:endParaRPr lang="en-US" sz="2800" dirty="0">
                <a:solidFill>
                  <a:schemeClr val="bg1"/>
                </a:solidFill>
                <a:latin typeface="Times New Roman" panose="02000508000000020004" pitchFamily="50" charset="0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AF8B43A6-E17A-5A45-8A24-0125E5B7D86B}"/>
                </a:ext>
              </a:extLst>
            </p:cNvPr>
            <p:cNvSpPr txBox="1"/>
            <p:nvPr/>
          </p:nvSpPr>
          <p:spPr>
            <a:xfrm>
              <a:off x="2469255" y="2090253"/>
              <a:ext cx="5714883" cy="416091"/>
            </a:xfrm>
            <a:prstGeom prst="rect">
              <a:avLst/>
            </a:prstGeom>
            <a:noFill/>
          </p:spPr>
          <p:txBody>
            <a:bodyPr wrap="square" lIns="220158" tIns="110080" rIns="220158" bIns="110080" rtlCol="0">
              <a:spAutoFit/>
            </a:bodyPr>
            <a:lstStyle/>
            <a:p>
              <a:pPr algn="r" rtl="1">
                <a:buClr>
                  <a:srgbClr val="E24848"/>
                </a:buClr>
                <a:defRPr/>
              </a:pPr>
              <a:r>
                <a:rPr lang="fa-IR" b="1" noProof="1">
                  <a:cs typeface="B Nazanin" panose="00000400000000000000" pitchFamily="2" charset="-78"/>
                </a:rPr>
                <a:t>بیشتر برنامه ها </a:t>
              </a:r>
              <a:r>
                <a:rPr lang="en-US" b="1" noProof="1">
                  <a:cs typeface="B Nazanin" panose="00000400000000000000" pitchFamily="2" charset="-78"/>
                </a:rPr>
                <a:t>stateless</a:t>
              </a:r>
              <a:r>
                <a:rPr lang="fa-IR" b="1" noProof="1">
                  <a:cs typeface="B Nazanin" panose="00000400000000000000" pitchFamily="2" charset="-78"/>
                </a:rPr>
                <a:t> نیستند و یک </a:t>
              </a:r>
              <a:r>
                <a:rPr lang="en-US" b="1" noProof="1">
                  <a:cs typeface="B Nazanin" panose="00000400000000000000" pitchFamily="2" charset="-78"/>
                </a:rPr>
                <a:t>state</a:t>
              </a:r>
              <a:r>
                <a:rPr lang="fa-IR" b="1" noProof="1">
                  <a:cs typeface="B Nazanin" panose="00000400000000000000" pitchFamily="2" charset="-78"/>
                </a:rPr>
                <a:t> را در پایگاه داده ذخیره می کنند.</a:t>
              </a:r>
              <a:endParaRPr lang="en-US" b="1" noProof="1">
                <a:cs typeface="B Nazanin" panose="00000400000000000000" pitchFamily="2" charset="-78"/>
              </a:endParaRPr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E2354056-289A-D1B1-D56C-6E908EFE1EEF}"/>
              </a:ext>
            </a:extLst>
          </p:cNvPr>
          <p:cNvGrpSpPr/>
          <p:nvPr/>
        </p:nvGrpSpPr>
        <p:grpSpPr>
          <a:xfrm>
            <a:off x="374947" y="3237626"/>
            <a:ext cx="7333059" cy="789272"/>
            <a:chOff x="2493566" y="2925475"/>
            <a:chExt cx="6110882" cy="657727"/>
          </a:xfrm>
        </p:grpSpPr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2D76F611-BBAA-A455-3520-35911B7FD64D}"/>
                </a:ext>
              </a:extLst>
            </p:cNvPr>
            <p:cNvSpPr/>
            <p:nvPr/>
          </p:nvSpPr>
          <p:spPr>
            <a:xfrm>
              <a:off x="8208448" y="2925475"/>
              <a:ext cx="396000" cy="3960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lIns="220158" tIns="110080" rIns="220158" bIns="110080" rtlCol="0" anchor="ctr"/>
            <a:lstStyle/>
            <a:p>
              <a:pPr algn="ctr"/>
              <a:endParaRPr lang="en-US" sz="2800" dirty="0">
                <a:solidFill>
                  <a:schemeClr val="bg1"/>
                </a:solidFill>
                <a:latin typeface="Times New Roman" panose="02000508000000020004" pitchFamily="50" charset="0"/>
              </a:endParaRP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47C25F1C-4445-868F-3A3B-AB5B29A61B0A}"/>
                </a:ext>
              </a:extLst>
            </p:cNvPr>
            <p:cNvSpPr txBox="1"/>
            <p:nvPr/>
          </p:nvSpPr>
          <p:spPr>
            <a:xfrm>
              <a:off x="2493566" y="2936279"/>
              <a:ext cx="5714882" cy="646923"/>
            </a:xfrm>
            <a:prstGeom prst="rect">
              <a:avLst/>
            </a:prstGeom>
            <a:noFill/>
          </p:spPr>
          <p:txBody>
            <a:bodyPr wrap="square" lIns="220158" tIns="110080" rIns="220158" bIns="110080" rtlCol="0">
              <a:spAutoFit/>
            </a:bodyPr>
            <a:lstStyle/>
            <a:p>
              <a:pPr algn="r" rtl="1">
                <a:buClr>
                  <a:srgbClr val="E24848"/>
                </a:buClr>
                <a:defRPr/>
              </a:pPr>
              <a:r>
                <a:rPr lang="fa-IR" sz="18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یک رویکرد </a:t>
              </a:r>
              <a:r>
                <a:rPr lang="en-US" sz="18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stateless</a:t>
              </a:r>
              <a:r>
                <a:rPr lang="fa-IR" sz="18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 این است که رویداد هایی که یک فرآیند را فعال می کنند، حاوی تمام داده های که یا برنامه به آنها نیاز دارد باشد.</a:t>
              </a:r>
              <a:endParaRPr lang="en-US" sz="1400" b="1" noProof="1">
                <a:solidFill>
                  <a:schemeClr val="tx1">
                    <a:lumMod val="75000"/>
                    <a:lumOff val="25000"/>
                  </a:schemeClr>
                </a:solidFill>
                <a:ea typeface="Times New Roman" panose="020B0306030504020204" pitchFamily="34" charset="0"/>
              </a:endParaRPr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C670D463-C458-3347-CE15-06C79ACCFFA3}"/>
              </a:ext>
            </a:extLst>
          </p:cNvPr>
          <p:cNvGrpSpPr/>
          <p:nvPr/>
        </p:nvGrpSpPr>
        <p:grpSpPr>
          <a:xfrm>
            <a:off x="319006" y="4211922"/>
            <a:ext cx="7389000" cy="802501"/>
            <a:chOff x="2419524" y="3861579"/>
            <a:chExt cx="6157500" cy="668751"/>
          </a:xfrm>
        </p:grpSpPr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F825178F-DFE2-59E4-17B6-7E4A84E1B672}"/>
                </a:ext>
              </a:extLst>
            </p:cNvPr>
            <p:cNvSpPr/>
            <p:nvPr/>
          </p:nvSpPr>
          <p:spPr>
            <a:xfrm>
              <a:off x="8181024" y="3861579"/>
              <a:ext cx="396000" cy="396000"/>
            </a:xfrm>
            <a:prstGeom prst="ellipse">
              <a:avLst/>
            </a:prstGeom>
            <a:solidFill>
              <a:srgbClr val="002060"/>
            </a:solidFill>
            <a:ln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lIns="220158" tIns="110080" rIns="220158" bIns="110080" rtlCol="0" anchor="ctr"/>
            <a:lstStyle/>
            <a:p>
              <a:pPr algn="ctr"/>
              <a:endParaRPr lang="en-US" sz="2800" dirty="0">
                <a:solidFill>
                  <a:schemeClr val="bg1"/>
                </a:solidFill>
                <a:latin typeface="Times New Roman" panose="02000508000000020004" pitchFamily="50" charset="0"/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74594400-3253-DE9B-EDEE-293997597B14}"/>
                </a:ext>
              </a:extLst>
            </p:cNvPr>
            <p:cNvSpPr txBox="1"/>
            <p:nvPr/>
          </p:nvSpPr>
          <p:spPr>
            <a:xfrm>
              <a:off x="2419524" y="3883407"/>
              <a:ext cx="5774484" cy="646923"/>
            </a:xfrm>
            <a:prstGeom prst="rect">
              <a:avLst/>
            </a:prstGeom>
            <a:noFill/>
          </p:spPr>
          <p:txBody>
            <a:bodyPr wrap="square" lIns="220158" tIns="110080" rIns="220158" bIns="110080" rtlCol="0">
              <a:spAutoFit/>
            </a:bodyPr>
            <a:lstStyle/>
            <a:p>
              <a:pPr algn="r" rtl="1">
                <a:buClr>
                  <a:srgbClr val="E24848"/>
                </a:buClr>
                <a:defRPr/>
              </a:pPr>
              <a:r>
                <a:rPr lang="fa-IR" sz="18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در موتورهای پردازش جریان </a:t>
              </a:r>
              <a:r>
                <a:rPr lang="en-US" sz="18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 stateful</a:t>
              </a:r>
              <a:r>
                <a:rPr lang="en-US" sz="1800" b="1" dirty="0">
                  <a:effectLst/>
                  <a:latin typeface="Nazanin" panose="00000400000000000000" pitchFamily="2" charset="-78"/>
                  <a:ea typeface="Calibri" panose="020F0502020204030204" pitchFamily="34" charset="0"/>
                </a:rPr>
                <a:t> </a:t>
              </a:r>
              <a:r>
                <a:rPr lang="fa-IR" sz="1800" b="1" dirty="0">
                  <a:effectLst/>
                  <a:latin typeface="Nazanin" panose="00000400000000000000" pitchFamily="2" charset="-78"/>
                  <a:ea typeface="Calibri" panose="020F0502020204030204" pitchFamily="34" charset="0"/>
                </a:rPr>
                <a:t>مانند </a:t>
              </a:r>
              <a:r>
                <a:rPr lang="en-US" sz="18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Kafka’s Streams API</a:t>
              </a:r>
              <a:r>
                <a:rPr lang="en-US" sz="1800" b="1" dirty="0">
                  <a:effectLst/>
                  <a:latin typeface="Nazanin" panose="00000400000000000000" pitchFamily="2" charset="-78"/>
                  <a:ea typeface="Calibri" panose="020F0502020204030204" pitchFamily="34" charset="0"/>
                </a:rPr>
                <a:t> </a:t>
              </a:r>
              <a:r>
                <a:rPr lang="fa-IR" sz="1800" b="1" dirty="0">
                  <a:effectLst/>
                  <a:latin typeface="Nazanin" panose="00000400000000000000" pitchFamily="2" charset="-78"/>
                  <a:ea typeface="Calibri" panose="020F0502020204030204" pitchFamily="34" charset="0"/>
                </a:rPr>
                <a:t> </a:t>
              </a:r>
              <a:r>
                <a:rPr lang="ar-SA" sz="18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تمام داده هایی که یک محاسبات به آن نیاز دارد، زودتر در </a:t>
              </a:r>
              <a:r>
                <a:rPr lang="en-US" sz="18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API</a:t>
              </a:r>
              <a:r>
                <a:rPr lang="ar-SA" sz="18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 بارگذاری می شوند</a:t>
              </a:r>
              <a:endParaRPr lang="en-US" sz="1400" b="1" noProof="1">
                <a:solidFill>
                  <a:schemeClr val="tx1">
                    <a:lumMod val="75000"/>
                    <a:lumOff val="25000"/>
                  </a:schemeClr>
                </a:solidFill>
                <a:ea typeface="Times New Roman" panose="020B0306030504020204" pitchFamily="34" charset="0"/>
              </a:endParaRPr>
            </a:p>
          </p:txBody>
        </p:sp>
      </p:grpSp>
      <p:pic>
        <p:nvPicPr>
          <p:cNvPr id="148" name="Picture 2">
            <a:extLst>
              <a:ext uri="{FF2B5EF4-FFF2-40B4-BE49-F238E27FC236}">
                <a16:creationId xmlns:a16="http://schemas.microsoft.com/office/drawing/2014/main" id="{EE9246DD-F57F-B981-C980-487070B347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46720" y="2646777"/>
            <a:ext cx="2603580" cy="2603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9" name="Group 148">
            <a:extLst>
              <a:ext uri="{FF2B5EF4-FFF2-40B4-BE49-F238E27FC236}">
                <a16:creationId xmlns:a16="http://schemas.microsoft.com/office/drawing/2014/main" id="{E4A8B1AA-79DB-D087-C328-B04D354BFB30}"/>
              </a:ext>
            </a:extLst>
          </p:cNvPr>
          <p:cNvGrpSpPr/>
          <p:nvPr/>
        </p:nvGrpSpPr>
        <p:grpSpPr>
          <a:xfrm>
            <a:off x="353727" y="5225641"/>
            <a:ext cx="7354279" cy="526961"/>
            <a:chOff x="2469255" y="2090253"/>
            <a:chExt cx="6128566" cy="439134"/>
          </a:xfrm>
        </p:grpSpPr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8ADA0AF1-C9AA-90FE-787D-731B5F22DBBA}"/>
                </a:ext>
              </a:extLst>
            </p:cNvPr>
            <p:cNvSpPr/>
            <p:nvPr/>
          </p:nvSpPr>
          <p:spPr>
            <a:xfrm>
              <a:off x="8201821" y="2133387"/>
              <a:ext cx="396000" cy="396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lIns="220158" tIns="110080" rIns="220158" bIns="110080" rtlCol="0" anchor="ctr"/>
            <a:lstStyle/>
            <a:p>
              <a:pPr algn="ctr"/>
              <a:endParaRPr lang="en-US" sz="2800" dirty="0">
                <a:solidFill>
                  <a:schemeClr val="bg1"/>
                </a:solidFill>
                <a:latin typeface="Times New Roman" panose="02000508000000020004" pitchFamily="50" charset="0"/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2E0FC681-7150-847A-1B53-A1814A7593EC}"/>
                </a:ext>
              </a:extLst>
            </p:cNvPr>
            <p:cNvSpPr txBox="1"/>
            <p:nvPr/>
          </p:nvSpPr>
          <p:spPr>
            <a:xfrm>
              <a:off x="2469255" y="2090253"/>
              <a:ext cx="5714883" cy="416091"/>
            </a:xfrm>
            <a:prstGeom prst="rect">
              <a:avLst/>
            </a:prstGeom>
            <a:noFill/>
          </p:spPr>
          <p:txBody>
            <a:bodyPr wrap="square" lIns="220158" tIns="110080" rIns="220158" bIns="110080" rtlCol="0">
              <a:spAutoFit/>
            </a:bodyPr>
            <a:lstStyle/>
            <a:p>
              <a:pPr algn="r" rtl="1">
                <a:buClr>
                  <a:srgbClr val="E24848"/>
                </a:buClr>
                <a:defRPr/>
              </a:pPr>
              <a:r>
                <a:rPr lang="fa-IR" b="1" noProof="1">
                  <a:cs typeface="B Nazanin" panose="00000400000000000000" pitchFamily="2" charset="-78"/>
                </a:rPr>
                <a:t>چرا می خواهیم یک سرویس را </a:t>
              </a:r>
              <a:r>
                <a:rPr lang="en-US" b="1" noProof="1">
                  <a:cs typeface="B Nazanin" panose="00000400000000000000" pitchFamily="2" charset="-78"/>
                </a:rPr>
                <a:t>stateful</a:t>
              </a:r>
              <a:r>
                <a:rPr lang="fa-IR" b="1" noProof="1">
                  <a:cs typeface="B Nazanin" panose="00000400000000000000" pitchFamily="2" charset="-78"/>
                </a:rPr>
                <a:t> کنیم؟ </a:t>
              </a:r>
              <a:r>
                <a:rPr lang="ar-SA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فرم پیشرفته از </a:t>
              </a:r>
              <a:r>
                <a: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cache</a:t>
              </a:r>
              <a:r>
                <a:rPr lang="ar-SA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 </a:t>
              </a:r>
              <a:endParaRPr lang="en-US" b="1" noProof="1">
                <a:cs typeface="B Nazanin" panose="00000400000000000000" pitchFamily="2" charset="-78"/>
              </a:endParaRPr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5805CB2F-368D-BAEC-F7E6-F3923E4C3F25}"/>
              </a:ext>
            </a:extLst>
          </p:cNvPr>
          <p:cNvSpPr txBox="1"/>
          <p:nvPr/>
        </p:nvSpPr>
        <p:spPr>
          <a:xfrm>
            <a:off x="11194494" y="3436653"/>
            <a:ext cx="852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03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B7A7B4E0-5421-CEBB-3677-111B3A86878F}"/>
              </a:ext>
            </a:extLst>
          </p:cNvPr>
          <p:cNvSpPr txBox="1"/>
          <p:nvPr/>
        </p:nvSpPr>
        <p:spPr>
          <a:xfrm>
            <a:off x="11137005" y="4592044"/>
            <a:ext cx="860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04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083337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C92C460C-76BE-438E-811E-7493C089E45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fa-IR" dirty="0"/>
              <a:t>مثال های نیاز به </a:t>
            </a:r>
            <a:r>
              <a:rPr lang="en-US" b="1" dirty="0"/>
              <a:t>State</a:t>
            </a:r>
          </a:p>
        </p:txBody>
      </p:sp>
      <p:sp>
        <p:nvSpPr>
          <p:cNvPr id="17" name="Google Shape;4326;p55">
            <a:hlinkClick r:id="rId2" action="ppaction://hlinksldjump"/>
            <a:extLst>
              <a:ext uri="{FF2B5EF4-FFF2-40B4-BE49-F238E27FC236}">
                <a16:creationId xmlns:a16="http://schemas.microsoft.com/office/drawing/2014/main" id="{A029967C-975B-4EE8-8F7A-3F7591479344}"/>
              </a:ext>
            </a:extLst>
          </p:cNvPr>
          <p:cNvSpPr/>
          <p:nvPr/>
        </p:nvSpPr>
        <p:spPr>
          <a:xfrm>
            <a:off x="11196893" y="6387218"/>
            <a:ext cx="482052" cy="421088"/>
          </a:xfrm>
          <a:custGeom>
            <a:avLst/>
            <a:gdLst/>
            <a:ahLst/>
            <a:cxnLst/>
            <a:rect l="l" t="t" r="r" b="b"/>
            <a:pathLst>
              <a:path w="11217" h="10342" extrusionOk="0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rgbClr val="003964"/>
          </a:solidFill>
          <a:ln>
            <a:solidFill>
              <a:srgbClr val="003964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" name="Oval 5">
            <a:hlinkClick r:id="rId3" action="ppaction://hlinksldjump"/>
            <a:extLst>
              <a:ext uri="{FF2B5EF4-FFF2-40B4-BE49-F238E27FC236}">
                <a16:creationId xmlns:a16="http://schemas.microsoft.com/office/drawing/2014/main" id="{4940BE9B-33E0-4111-979C-4EA84B9C2B71}"/>
              </a:ext>
            </a:extLst>
          </p:cNvPr>
          <p:cNvSpPr/>
          <p:nvPr/>
        </p:nvSpPr>
        <p:spPr>
          <a:xfrm>
            <a:off x="8730578" y="2085298"/>
            <a:ext cx="2880000" cy="3240000"/>
          </a:xfrm>
          <a:custGeom>
            <a:avLst/>
            <a:gdLst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1066534"/>
              <a:gd name="connsiteX1" fmla="*/ 450000 w 900000"/>
              <a:gd name="connsiteY1" fmla="*/ 70413 h 1066534"/>
              <a:gd name="connsiteX2" fmla="*/ 900000 w 900000"/>
              <a:gd name="connsiteY2" fmla="*/ 520413 h 1066534"/>
              <a:gd name="connsiteX3" fmla="*/ 450000 w 900000"/>
              <a:gd name="connsiteY3" fmla="*/ 970413 h 1066534"/>
              <a:gd name="connsiteX4" fmla="*/ 0 w 900000"/>
              <a:gd name="connsiteY4" fmla="*/ 520413 h 1066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000" h="1066534">
                <a:moveTo>
                  <a:pt x="0" y="520413"/>
                </a:moveTo>
                <a:cubicBezTo>
                  <a:pt x="0" y="370413"/>
                  <a:pt x="513988" y="313481"/>
                  <a:pt x="450000" y="70413"/>
                </a:cubicBezTo>
                <a:cubicBezTo>
                  <a:pt x="386012" y="-172655"/>
                  <a:pt x="900000" y="271885"/>
                  <a:pt x="900000" y="520413"/>
                </a:cubicBezTo>
                <a:cubicBezTo>
                  <a:pt x="900000" y="768941"/>
                  <a:pt x="559631" y="635795"/>
                  <a:pt x="450000" y="970413"/>
                </a:cubicBezTo>
                <a:cubicBezTo>
                  <a:pt x="340369" y="1305031"/>
                  <a:pt x="0" y="670413"/>
                  <a:pt x="0" y="520413"/>
                </a:cubicBezTo>
                <a:close/>
              </a:path>
            </a:pathLst>
          </a:custGeom>
          <a:ln w="825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Arrow: Chevron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3CAFDD6-B6D0-49BB-BFED-0120E4D93F50}"/>
              </a:ext>
            </a:extLst>
          </p:cNvPr>
          <p:cNvSpPr/>
          <p:nvPr/>
        </p:nvSpPr>
        <p:spPr>
          <a:xfrm>
            <a:off x="11776075" y="6457950"/>
            <a:ext cx="292100" cy="350356"/>
          </a:xfrm>
          <a:prstGeom prst="chevron">
            <a:avLst/>
          </a:prstGeom>
          <a:solidFill>
            <a:srgbClr val="3494B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8" name="Arrow: Chevron 2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78155F95-DDDB-4376-9E15-907C0F22EACD}"/>
              </a:ext>
            </a:extLst>
          </p:cNvPr>
          <p:cNvSpPr/>
          <p:nvPr/>
        </p:nvSpPr>
        <p:spPr>
          <a:xfrm flipH="1">
            <a:off x="10807663" y="6457950"/>
            <a:ext cx="292100" cy="350356"/>
          </a:xfrm>
          <a:prstGeom prst="chevron">
            <a:avLst/>
          </a:prstGeom>
          <a:solidFill>
            <a:srgbClr val="3494B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AF08C6-8C99-B661-C4D2-EFA356C4A3EC}"/>
              </a:ext>
            </a:extLst>
          </p:cNvPr>
          <p:cNvSpPr txBox="1"/>
          <p:nvPr/>
        </p:nvSpPr>
        <p:spPr>
          <a:xfrm>
            <a:off x="9585489" y="3485219"/>
            <a:ext cx="11701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4000" dirty="0">
                <a:solidFill>
                  <a:schemeClr val="bg1"/>
                </a:solidFill>
                <a:cs typeface="2  Yekan" panose="00000400000000000000" pitchFamily="2" charset="-78"/>
              </a:rPr>
              <a:t>3</a:t>
            </a:r>
            <a:endParaRPr lang="en-US" sz="40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53F908-C4EF-F6D7-1A30-C3AC1A2326D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13702185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D2013E-8B66-4DAC-B5BC-6F8B3065F7CB}"/>
              </a:ext>
            </a:extLst>
          </p:cNvPr>
          <p:cNvSpPr/>
          <p:nvPr/>
        </p:nvSpPr>
        <p:spPr>
          <a:xfrm>
            <a:off x="10949651" y="0"/>
            <a:ext cx="12423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Oval 5">
            <a:extLst>
              <a:ext uri="{FF2B5EF4-FFF2-40B4-BE49-F238E27FC236}">
                <a16:creationId xmlns:a16="http://schemas.microsoft.com/office/drawing/2014/main" id="{F129CDBD-19EB-44B5-8F68-3F50E4198D01}"/>
              </a:ext>
            </a:extLst>
          </p:cNvPr>
          <p:cNvSpPr/>
          <p:nvPr/>
        </p:nvSpPr>
        <p:spPr>
          <a:xfrm>
            <a:off x="10377816" y="2862802"/>
            <a:ext cx="1074211" cy="1164619"/>
          </a:xfrm>
          <a:custGeom>
            <a:avLst/>
            <a:gdLst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1066534"/>
              <a:gd name="connsiteX1" fmla="*/ 450000 w 900000"/>
              <a:gd name="connsiteY1" fmla="*/ 70413 h 1066534"/>
              <a:gd name="connsiteX2" fmla="*/ 900000 w 900000"/>
              <a:gd name="connsiteY2" fmla="*/ 520413 h 1066534"/>
              <a:gd name="connsiteX3" fmla="*/ 450000 w 900000"/>
              <a:gd name="connsiteY3" fmla="*/ 970413 h 1066534"/>
              <a:gd name="connsiteX4" fmla="*/ 0 w 900000"/>
              <a:gd name="connsiteY4" fmla="*/ 520413 h 1066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000" h="1066534">
                <a:moveTo>
                  <a:pt x="0" y="520413"/>
                </a:moveTo>
                <a:cubicBezTo>
                  <a:pt x="0" y="370413"/>
                  <a:pt x="513988" y="313481"/>
                  <a:pt x="450000" y="70413"/>
                </a:cubicBezTo>
                <a:cubicBezTo>
                  <a:pt x="386012" y="-172655"/>
                  <a:pt x="900000" y="271885"/>
                  <a:pt x="900000" y="520413"/>
                </a:cubicBezTo>
                <a:cubicBezTo>
                  <a:pt x="900000" y="768941"/>
                  <a:pt x="559631" y="635795"/>
                  <a:pt x="450000" y="970413"/>
                </a:cubicBezTo>
                <a:cubicBezTo>
                  <a:pt x="340369" y="1305031"/>
                  <a:pt x="0" y="670413"/>
                  <a:pt x="0" y="520413"/>
                </a:cubicBezTo>
                <a:close/>
              </a:path>
            </a:pathLst>
          </a:custGeom>
          <a:ln w="825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hlinkClick r:id="" action="ppaction://noaction"/>
            <a:extLst>
              <a:ext uri="{FF2B5EF4-FFF2-40B4-BE49-F238E27FC236}">
                <a16:creationId xmlns:a16="http://schemas.microsoft.com/office/drawing/2014/main" id="{3C549233-7E33-47BF-AEF1-C0427DE61477}"/>
              </a:ext>
            </a:extLst>
          </p:cNvPr>
          <p:cNvSpPr/>
          <p:nvPr/>
        </p:nvSpPr>
        <p:spPr>
          <a:xfrm>
            <a:off x="11123207" y="4541383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Rectangle 28">
            <a:hlinkClick r:id="" action="ppaction://noaction"/>
            <a:extLst>
              <a:ext uri="{FF2B5EF4-FFF2-40B4-BE49-F238E27FC236}">
                <a16:creationId xmlns:a16="http://schemas.microsoft.com/office/drawing/2014/main" id="{BA503043-78E4-4374-996F-C87222864EA7}"/>
              </a:ext>
            </a:extLst>
          </p:cNvPr>
          <p:cNvSpPr/>
          <p:nvPr/>
        </p:nvSpPr>
        <p:spPr>
          <a:xfrm>
            <a:off x="11222860" y="5831842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hlinkClick r:id="" action="ppaction://noaction"/>
            <a:extLst>
              <a:ext uri="{FF2B5EF4-FFF2-40B4-BE49-F238E27FC236}">
                <a16:creationId xmlns:a16="http://schemas.microsoft.com/office/drawing/2014/main" id="{0C2154F5-D500-4BF7-9258-A4053D785C67}"/>
              </a:ext>
            </a:extLst>
          </p:cNvPr>
          <p:cNvSpPr/>
          <p:nvPr/>
        </p:nvSpPr>
        <p:spPr>
          <a:xfrm>
            <a:off x="11244080" y="4490772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>
            <a:hlinkClick r:id="" action="ppaction://noaction"/>
            <a:extLst>
              <a:ext uri="{FF2B5EF4-FFF2-40B4-BE49-F238E27FC236}">
                <a16:creationId xmlns:a16="http://schemas.microsoft.com/office/drawing/2014/main" id="{C2716587-8DF8-4BB2-BA88-9206B5B56BF4}"/>
              </a:ext>
            </a:extLst>
          </p:cNvPr>
          <p:cNvSpPr/>
          <p:nvPr/>
        </p:nvSpPr>
        <p:spPr>
          <a:xfrm>
            <a:off x="11209355" y="5845678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>
            <a:hlinkClick r:id="rId2" action="ppaction://hlinksldjump"/>
            <a:extLst>
              <a:ext uri="{FF2B5EF4-FFF2-40B4-BE49-F238E27FC236}">
                <a16:creationId xmlns:a16="http://schemas.microsoft.com/office/drawing/2014/main" id="{FA4DBCAD-AC89-4E71-B102-6933F1B8FA91}"/>
              </a:ext>
            </a:extLst>
          </p:cNvPr>
          <p:cNvSpPr/>
          <p:nvPr/>
        </p:nvSpPr>
        <p:spPr>
          <a:xfrm>
            <a:off x="11222860" y="442177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Rectangle 46">
            <a:hlinkClick r:id="rId3" action="ppaction://hlinksldjump"/>
            <a:extLst>
              <a:ext uri="{FF2B5EF4-FFF2-40B4-BE49-F238E27FC236}">
                <a16:creationId xmlns:a16="http://schemas.microsoft.com/office/drawing/2014/main" id="{DFDC85F8-C323-4600-8371-E9A13370B4EA}"/>
              </a:ext>
            </a:extLst>
          </p:cNvPr>
          <p:cNvSpPr/>
          <p:nvPr/>
        </p:nvSpPr>
        <p:spPr>
          <a:xfrm>
            <a:off x="11220931" y="1746859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2567C3C-FD46-4EB4-8DDB-8398D88D5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 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37398C9C-D008-4B23-BC28-2E28A991F0E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fa-IR" dirty="0"/>
              <a:t> </a:t>
            </a:r>
            <a:endParaRPr lang="en-GB" dirty="0"/>
          </a:p>
        </p:txBody>
      </p:sp>
      <p:sp>
        <p:nvSpPr>
          <p:cNvPr id="55" name="Striped Right Arrow 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6DBA47AE-6363-4266-B1C2-58C5E391E804}"/>
              </a:ext>
            </a:extLst>
          </p:cNvPr>
          <p:cNvSpPr/>
          <p:nvPr/>
        </p:nvSpPr>
        <p:spPr>
          <a:xfrm rot="16200000">
            <a:off x="80162" y="5783314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sp>
        <p:nvSpPr>
          <p:cNvPr id="56" name="Striped Right Arrow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56723B9-B9FC-4F66-AC4A-ADFF37E71705}"/>
              </a:ext>
            </a:extLst>
          </p:cNvPr>
          <p:cNvSpPr/>
          <p:nvPr/>
        </p:nvSpPr>
        <p:spPr>
          <a:xfrm>
            <a:off x="644918" y="6352996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87CB624-3AED-4984-9B1D-20EF5C3D1953}"/>
              </a:ext>
            </a:extLst>
          </p:cNvPr>
          <p:cNvSpPr txBox="1"/>
          <p:nvPr/>
        </p:nvSpPr>
        <p:spPr>
          <a:xfrm>
            <a:off x="11510615" y="2581021"/>
            <a:ext cx="538221" cy="1717612"/>
          </a:xfrm>
          <a:prstGeom prst="rect">
            <a:avLst/>
          </a:prstGeom>
          <a:noFill/>
          <a:effectLst>
            <a:outerShdw blurRad="50800" dist="12700" dir="5400000" algn="ctr" rotWithShape="0">
              <a:schemeClr val="accent4">
                <a:lumMod val="20000"/>
                <a:lumOff val="80000"/>
                <a:alpha val="99000"/>
              </a:schemeClr>
            </a:outerShdw>
          </a:effectLst>
        </p:spPr>
        <p:txBody>
          <a:bodyPr vert="vert270" wrap="square" lIns="114108" tIns="57054" rIns="114108" bIns="57054" rtlCol="0">
            <a:spAutoFit/>
          </a:bodyPr>
          <a:lstStyle>
            <a:defPPr>
              <a:defRPr lang="en-US"/>
            </a:defPPr>
            <a:lvl1pPr algn="ctr" rtl="1">
              <a:defRPr sz="2000" b="1">
                <a:ln w="0"/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cs typeface="B Mitra" panose="00000400000000000000" pitchFamily="2" charset="-78"/>
              </a:defRPr>
            </a:lvl1pPr>
          </a:lstStyle>
          <a:p>
            <a:r>
              <a:rPr lang="fa-IR" dirty="0"/>
              <a:t>مثال ها</a:t>
            </a:r>
            <a:endParaRPr lang="ar-OM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B68BC1-AAB1-F679-B565-A65CC59A471E}"/>
              </a:ext>
            </a:extLst>
          </p:cNvPr>
          <p:cNvSpPr txBox="1"/>
          <p:nvPr/>
        </p:nvSpPr>
        <p:spPr>
          <a:xfrm>
            <a:off x="11189247" y="515268"/>
            <a:ext cx="809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01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D3C502-CB9E-9B1E-6410-DA52C7AC59E1}"/>
              </a:ext>
            </a:extLst>
          </p:cNvPr>
          <p:cNvSpPr txBox="1"/>
          <p:nvPr/>
        </p:nvSpPr>
        <p:spPr>
          <a:xfrm>
            <a:off x="11150201" y="1677709"/>
            <a:ext cx="852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02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A89BAD-1ABC-B25B-2BE1-1E2374CD733C}"/>
              </a:ext>
            </a:extLst>
          </p:cNvPr>
          <p:cNvSpPr txBox="1"/>
          <p:nvPr/>
        </p:nvSpPr>
        <p:spPr>
          <a:xfrm>
            <a:off x="11137005" y="4592044"/>
            <a:ext cx="860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04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AEB605-2609-4D96-201C-DDF0EE5DA8E1}"/>
              </a:ext>
            </a:extLst>
          </p:cNvPr>
          <p:cNvSpPr txBox="1"/>
          <p:nvPr/>
        </p:nvSpPr>
        <p:spPr>
          <a:xfrm>
            <a:off x="10398831" y="3252974"/>
            <a:ext cx="852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3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59" name="Title 1">
            <a:extLst>
              <a:ext uri="{FF2B5EF4-FFF2-40B4-BE49-F238E27FC236}">
                <a16:creationId xmlns:a16="http://schemas.microsoft.com/office/drawing/2014/main" id="{D0D9C3C8-7320-8950-2FCF-B5A45CB6B9F6}"/>
              </a:ext>
            </a:extLst>
          </p:cNvPr>
          <p:cNvSpPr txBox="1">
            <a:spLocks/>
          </p:cNvSpPr>
          <p:nvPr/>
        </p:nvSpPr>
        <p:spPr>
          <a:xfrm>
            <a:off x="958460" y="218056"/>
            <a:ext cx="9567441" cy="891252"/>
          </a:xfrm>
          <a:prstGeom prst="rect">
            <a:avLst/>
          </a:prstGeom>
        </p:spPr>
        <p:txBody>
          <a:bodyPr anchor="ctr"/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rgbClr val="0070C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a-IR" dirty="0"/>
              <a:t> مثال های نیاز به </a:t>
            </a:r>
            <a:r>
              <a:rPr lang="en-US" b="1" dirty="0"/>
              <a:t>State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45B56DC-5700-E5F5-6D8B-EC80A89866D1}"/>
              </a:ext>
            </a:extLst>
          </p:cNvPr>
          <p:cNvSpPr/>
          <p:nvPr/>
        </p:nvSpPr>
        <p:spPr>
          <a:xfrm>
            <a:off x="7039952" y="1404444"/>
            <a:ext cx="3251086" cy="3557105"/>
          </a:xfrm>
          <a:prstGeom prst="rect">
            <a:avLst/>
          </a:prstGeom>
          <a:solidFill>
            <a:srgbClr val="1B73A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blipFill dpi="0" rotWithShape="1"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latin typeface="Open Sans" panose="020B060603050402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CCD3711-F169-98B1-902D-081508750A66}"/>
              </a:ext>
            </a:extLst>
          </p:cNvPr>
          <p:cNvSpPr txBox="1"/>
          <p:nvPr/>
        </p:nvSpPr>
        <p:spPr>
          <a:xfrm>
            <a:off x="6878701" y="1921401"/>
            <a:ext cx="3235205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fa-IR" sz="1600" b="1" dirty="0">
                <a:solidFill>
                  <a:schemeClr val="bg1">
                    <a:lumMod val="95000"/>
                  </a:schemeClr>
                </a:solidFill>
              </a:rPr>
              <a:t>مثال سوم: رویکرد </a:t>
            </a:r>
            <a:r>
              <a:rPr lang="en-US" sz="1600" b="1" dirty="0">
                <a:solidFill>
                  <a:schemeClr val="bg1">
                    <a:lumMod val="95000"/>
                  </a:schemeClr>
                </a:solidFill>
              </a:rPr>
              <a:t>Stateful Streaming</a:t>
            </a:r>
            <a:endParaRPr lang="ar-OM" sz="16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2276E83-A917-6520-86B6-8D5DF4B04C63}"/>
              </a:ext>
            </a:extLst>
          </p:cNvPr>
          <p:cNvSpPr/>
          <p:nvPr/>
        </p:nvSpPr>
        <p:spPr>
          <a:xfrm>
            <a:off x="400170" y="1391979"/>
            <a:ext cx="3201563" cy="3557105"/>
          </a:xfrm>
          <a:prstGeom prst="rect">
            <a:avLst/>
          </a:prstGeom>
          <a:solidFill>
            <a:srgbClr val="24497D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Open Sans" panose="020B060603050402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2B245BE-3AE8-42A8-88EF-E3A68F9F58F5}"/>
              </a:ext>
            </a:extLst>
          </p:cNvPr>
          <p:cNvSpPr txBox="1"/>
          <p:nvPr/>
        </p:nvSpPr>
        <p:spPr>
          <a:xfrm>
            <a:off x="611413" y="1893853"/>
            <a:ext cx="2884109" cy="7867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ar-OM" sz="1600" b="1" dirty="0">
                <a:solidFill>
                  <a:schemeClr val="bg1">
                    <a:lumMod val="95000"/>
                  </a:schemeClr>
                </a:solidFill>
              </a:rPr>
              <a:t>مثال </a:t>
            </a:r>
            <a:r>
              <a:rPr lang="fa-IR" sz="1600" b="1" dirty="0">
                <a:solidFill>
                  <a:schemeClr val="bg1">
                    <a:lumMod val="95000"/>
                  </a:schemeClr>
                </a:solidFill>
              </a:rPr>
              <a:t>دوم</a:t>
            </a:r>
            <a:r>
              <a:rPr lang="ar-OM" sz="1600" b="1" dirty="0">
                <a:solidFill>
                  <a:schemeClr val="bg1">
                    <a:lumMod val="95000"/>
                  </a:schemeClr>
                </a:solidFill>
              </a:rPr>
              <a:t> : رویکرد</a:t>
            </a:r>
            <a:r>
              <a:rPr lang="en-US" sz="1600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endParaRPr lang="fa-IR" sz="1600" b="1" dirty="0">
              <a:solidFill>
                <a:schemeClr val="bg1">
                  <a:lumMod val="95000"/>
                </a:schemeClr>
              </a:solidFill>
            </a:endParaRPr>
          </a:p>
          <a:p>
            <a:pPr algn="ctr" rtl="1">
              <a:lnSpc>
                <a:spcPct val="150000"/>
              </a:lnSpc>
            </a:pPr>
            <a:r>
              <a:rPr lang="en-US" sz="1600" b="1" dirty="0">
                <a:solidFill>
                  <a:schemeClr val="bg1">
                    <a:lumMod val="95000"/>
                  </a:schemeClr>
                </a:solidFill>
              </a:rPr>
              <a:t>Pure (Stateless) Streaming 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03AA2C0E-C12C-FE68-AB9D-A3836CEF7B35}"/>
              </a:ext>
            </a:extLst>
          </p:cNvPr>
          <p:cNvSpPr/>
          <p:nvPr/>
        </p:nvSpPr>
        <p:spPr>
          <a:xfrm>
            <a:off x="3729723" y="1391979"/>
            <a:ext cx="3190867" cy="3557105"/>
          </a:xfrm>
          <a:prstGeom prst="rect">
            <a:avLst/>
          </a:prstGeom>
          <a:solidFill>
            <a:srgbClr val="B5E9F6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Open Sans" panose="020B0606030504020204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0DCA624-D9FC-B1EE-F3EF-2B4430CA0110}"/>
              </a:ext>
            </a:extLst>
          </p:cNvPr>
          <p:cNvSpPr txBox="1"/>
          <p:nvPr/>
        </p:nvSpPr>
        <p:spPr>
          <a:xfrm>
            <a:off x="4039110" y="1921401"/>
            <a:ext cx="2705002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ar-OM" sz="1600" b="1" dirty="0">
                <a:solidFill>
                  <a:srgbClr val="24497D"/>
                </a:solidFill>
              </a:rPr>
              <a:t>مثال اول : رویکرد </a:t>
            </a:r>
            <a:r>
              <a:rPr lang="en-US" sz="1600" b="1" dirty="0">
                <a:solidFill>
                  <a:srgbClr val="24497D"/>
                </a:solidFill>
              </a:rPr>
              <a:t>Event-Driven </a:t>
            </a:r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8B24F490-7383-92D9-4EE8-4A6171017F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9457" y="2736026"/>
            <a:ext cx="2660533" cy="1111065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08C58AB6-D849-19E2-EC3D-2073D4177A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918" y="2759711"/>
            <a:ext cx="2647414" cy="1063693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0AA04F56-B05B-7DE6-55CF-4A931DAE41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933" y="2722401"/>
            <a:ext cx="2660533" cy="1317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7817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65" grpId="0"/>
      <p:bldP spid="66" grpId="0" animBg="1"/>
      <p:bldP spid="71" grpId="0"/>
      <p:bldP spid="72" grpId="0" animBg="1"/>
      <p:bldP spid="7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D2013E-8B66-4DAC-B5BC-6F8B3065F7CB}"/>
              </a:ext>
            </a:extLst>
          </p:cNvPr>
          <p:cNvSpPr/>
          <p:nvPr/>
        </p:nvSpPr>
        <p:spPr>
          <a:xfrm>
            <a:off x="10949651" y="0"/>
            <a:ext cx="12423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Oval 5">
            <a:extLst>
              <a:ext uri="{FF2B5EF4-FFF2-40B4-BE49-F238E27FC236}">
                <a16:creationId xmlns:a16="http://schemas.microsoft.com/office/drawing/2014/main" id="{F129CDBD-19EB-44B5-8F68-3F50E4198D01}"/>
              </a:ext>
            </a:extLst>
          </p:cNvPr>
          <p:cNvSpPr/>
          <p:nvPr/>
        </p:nvSpPr>
        <p:spPr>
          <a:xfrm>
            <a:off x="10377816" y="2862802"/>
            <a:ext cx="1074211" cy="1164619"/>
          </a:xfrm>
          <a:custGeom>
            <a:avLst/>
            <a:gdLst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1066534"/>
              <a:gd name="connsiteX1" fmla="*/ 450000 w 900000"/>
              <a:gd name="connsiteY1" fmla="*/ 70413 h 1066534"/>
              <a:gd name="connsiteX2" fmla="*/ 900000 w 900000"/>
              <a:gd name="connsiteY2" fmla="*/ 520413 h 1066534"/>
              <a:gd name="connsiteX3" fmla="*/ 450000 w 900000"/>
              <a:gd name="connsiteY3" fmla="*/ 970413 h 1066534"/>
              <a:gd name="connsiteX4" fmla="*/ 0 w 900000"/>
              <a:gd name="connsiteY4" fmla="*/ 520413 h 1066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000" h="1066534">
                <a:moveTo>
                  <a:pt x="0" y="520413"/>
                </a:moveTo>
                <a:cubicBezTo>
                  <a:pt x="0" y="370413"/>
                  <a:pt x="513988" y="313481"/>
                  <a:pt x="450000" y="70413"/>
                </a:cubicBezTo>
                <a:cubicBezTo>
                  <a:pt x="386012" y="-172655"/>
                  <a:pt x="900000" y="271885"/>
                  <a:pt x="900000" y="520413"/>
                </a:cubicBezTo>
                <a:cubicBezTo>
                  <a:pt x="900000" y="768941"/>
                  <a:pt x="559631" y="635795"/>
                  <a:pt x="450000" y="970413"/>
                </a:cubicBezTo>
                <a:cubicBezTo>
                  <a:pt x="340369" y="1305031"/>
                  <a:pt x="0" y="670413"/>
                  <a:pt x="0" y="520413"/>
                </a:cubicBezTo>
                <a:close/>
              </a:path>
            </a:pathLst>
          </a:custGeom>
          <a:ln w="825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hlinkClick r:id="" action="ppaction://noaction"/>
            <a:extLst>
              <a:ext uri="{FF2B5EF4-FFF2-40B4-BE49-F238E27FC236}">
                <a16:creationId xmlns:a16="http://schemas.microsoft.com/office/drawing/2014/main" id="{3C549233-7E33-47BF-AEF1-C0427DE61477}"/>
              </a:ext>
            </a:extLst>
          </p:cNvPr>
          <p:cNvSpPr/>
          <p:nvPr/>
        </p:nvSpPr>
        <p:spPr>
          <a:xfrm>
            <a:off x="11123207" y="4541383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Rectangle 28">
            <a:hlinkClick r:id="" action="ppaction://noaction"/>
            <a:extLst>
              <a:ext uri="{FF2B5EF4-FFF2-40B4-BE49-F238E27FC236}">
                <a16:creationId xmlns:a16="http://schemas.microsoft.com/office/drawing/2014/main" id="{BA503043-78E4-4374-996F-C87222864EA7}"/>
              </a:ext>
            </a:extLst>
          </p:cNvPr>
          <p:cNvSpPr/>
          <p:nvPr/>
        </p:nvSpPr>
        <p:spPr>
          <a:xfrm>
            <a:off x="11222860" y="5831842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hlinkClick r:id="" action="ppaction://noaction"/>
            <a:extLst>
              <a:ext uri="{FF2B5EF4-FFF2-40B4-BE49-F238E27FC236}">
                <a16:creationId xmlns:a16="http://schemas.microsoft.com/office/drawing/2014/main" id="{0C2154F5-D500-4BF7-9258-A4053D785C67}"/>
              </a:ext>
            </a:extLst>
          </p:cNvPr>
          <p:cNvSpPr/>
          <p:nvPr/>
        </p:nvSpPr>
        <p:spPr>
          <a:xfrm>
            <a:off x="11244080" y="4490772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>
            <a:hlinkClick r:id="" action="ppaction://noaction"/>
            <a:extLst>
              <a:ext uri="{FF2B5EF4-FFF2-40B4-BE49-F238E27FC236}">
                <a16:creationId xmlns:a16="http://schemas.microsoft.com/office/drawing/2014/main" id="{C2716587-8DF8-4BB2-BA88-9206B5B56BF4}"/>
              </a:ext>
            </a:extLst>
          </p:cNvPr>
          <p:cNvSpPr/>
          <p:nvPr/>
        </p:nvSpPr>
        <p:spPr>
          <a:xfrm>
            <a:off x="11209355" y="5845678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>
            <a:hlinkClick r:id="rId2" action="ppaction://hlinksldjump"/>
            <a:extLst>
              <a:ext uri="{FF2B5EF4-FFF2-40B4-BE49-F238E27FC236}">
                <a16:creationId xmlns:a16="http://schemas.microsoft.com/office/drawing/2014/main" id="{FA4DBCAD-AC89-4E71-B102-6933F1B8FA91}"/>
              </a:ext>
            </a:extLst>
          </p:cNvPr>
          <p:cNvSpPr/>
          <p:nvPr/>
        </p:nvSpPr>
        <p:spPr>
          <a:xfrm>
            <a:off x="11222860" y="442177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Rectangle 46">
            <a:hlinkClick r:id="rId3" action="ppaction://hlinksldjump"/>
            <a:extLst>
              <a:ext uri="{FF2B5EF4-FFF2-40B4-BE49-F238E27FC236}">
                <a16:creationId xmlns:a16="http://schemas.microsoft.com/office/drawing/2014/main" id="{DFDC85F8-C323-4600-8371-E9A13370B4EA}"/>
              </a:ext>
            </a:extLst>
          </p:cNvPr>
          <p:cNvSpPr/>
          <p:nvPr/>
        </p:nvSpPr>
        <p:spPr>
          <a:xfrm>
            <a:off x="11220931" y="1746859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Striped Right Arrow 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6DBA47AE-6363-4266-B1C2-58C5E391E804}"/>
              </a:ext>
            </a:extLst>
          </p:cNvPr>
          <p:cNvSpPr/>
          <p:nvPr/>
        </p:nvSpPr>
        <p:spPr>
          <a:xfrm rot="16200000">
            <a:off x="80162" y="5783314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sp>
        <p:nvSpPr>
          <p:cNvPr id="56" name="Striped Right Arrow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56723B9-B9FC-4F66-AC4A-ADFF37E71705}"/>
              </a:ext>
            </a:extLst>
          </p:cNvPr>
          <p:cNvSpPr/>
          <p:nvPr/>
        </p:nvSpPr>
        <p:spPr>
          <a:xfrm>
            <a:off x="644918" y="6352996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87CB624-3AED-4984-9B1D-20EF5C3D1953}"/>
              </a:ext>
            </a:extLst>
          </p:cNvPr>
          <p:cNvSpPr txBox="1"/>
          <p:nvPr/>
        </p:nvSpPr>
        <p:spPr>
          <a:xfrm>
            <a:off x="11510615" y="2581021"/>
            <a:ext cx="538221" cy="1717612"/>
          </a:xfrm>
          <a:prstGeom prst="rect">
            <a:avLst/>
          </a:prstGeom>
          <a:noFill/>
          <a:effectLst>
            <a:outerShdw blurRad="50800" dist="12700" dir="5400000" algn="ctr" rotWithShape="0">
              <a:schemeClr val="accent4">
                <a:lumMod val="20000"/>
                <a:lumOff val="80000"/>
                <a:alpha val="99000"/>
              </a:schemeClr>
            </a:outerShdw>
          </a:effectLst>
        </p:spPr>
        <p:txBody>
          <a:bodyPr vert="vert270" wrap="square" lIns="114108" tIns="57054" rIns="114108" bIns="57054" rtlCol="0">
            <a:spAutoFit/>
          </a:bodyPr>
          <a:lstStyle>
            <a:defPPr>
              <a:defRPr lang="en-US"/>
            </a:defPPr>
            <a:lvl1pPr algn="ctr" rtl="1">
              <a:defRPr sz="2000" b="1">
                <a:ln w="0"/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cs typeface="B Mitra" panose="00000400000000000000" pitchFamily="2" charset="-78"/>
              </a:defRPr>
            </a:lvl1pPr>
          </a:lstStyle>
          <a:p>
            <a:r>
              <a:rPr lang="fa-IR" dirty="0"/>
              <a:t>مثال ها</a:t>
            </a:r>
            <a:endParaRPr lang="ar-OM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B68BC1-AAB1-F679-B565-A65CC59A471E}"/>
              </a:ext>
            </a:extLst>
          </p:cNvPr>
          <p:cNvSpPr txBox="1"/>
          <p:nvPr/>
        </p:nvSpPr>
        <p:spPr>
          <a:xfrm>
            <a:off x="11189247" y="515268"/>
            <a:ext cx="809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01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D3C502-CB9E-9B1E-6410-DA52C7AC59E1}"/>
              </a:ext>
            </a:extLst>
          </p:cNvPr>
          <p:cNvSpPr txBox="1"/>
          <p:nvPr/>
        </p:nvSpPr>
        <p:spPr>
          <a:xfrm>
            <a:off x="11150201" y="1677709"/>
            <a:ext cx="852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02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A89BAD-1ABC-B25B-2BE1-1E2374CD733C}"/>
              </a:ext>
            </a:extLst>
          </p:cNvPr>
          <p:cNvSpPr txBox="1"/>
          <p:nvPr/>
        </p:nvSpPr>
        <p:spPr>
          <a:xfrm>
            <a:off x="11137005" y="4592044"/>
            <a:ext cx="860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04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AEB605-2609-4D96-201C-DDF0EE5DA8E1}"/>
              </a:ext>
            </a:extLst>
          </p:cNvPr>
          <p:cNvSpPr txBox="1"/>
          <p:nvPr/>
        </p:nvSpPr>
        <p:spPr>
          <a:xfrm>
            <a:off x="10398831" y="3252974"/>
            <a:ext cx="852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3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923D30-3C91-014E-11B5-25D7691563DC}"/>
              </a:ext>
            </a:extLst>
          </p:cNvPr>
          <p:cNvSpPr/>
          <p:nvPr/>
        </p:nvSpPr>
        <p:spPr>
          <a:xfrm>
            <a:off x="9301224" y="4224482"/>
            <a:ext cx="1317988" cy="1205719"/>
          </a:xfrm>
          <a:prstGeom prst="rect">
            <a:avLst/>
          </a:prstGeom>
          <a:solidFill>
            <a:srgbClr val="1B73A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Open Sans" panose="020B0606030504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3A6F9A-BF59-BF02-4296-171CB745AD8D}"/>
              </a:ext>
            </a:extLst>
          </p:cNvPr>
          <p:cNvSpPr/>
          <p:nvPr/>
        </p:nvSpPr>
        <p:spPr>
          <a:xfrm>
            <a:off x="7057978" y="1500345"/>
            <a:ext cx="1547977" cy="1362745"/>
          </a:xfrm>
          <a:prstGeom prst="rect">
            <a:avLst/>
          </a:prstGeom>
          <a:solidFill>
            <a:srgbClr val="24497D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Open Sans" panose="020B0606030504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B03B07-4D11-65A9-32FA-EA09C551AC57}"/>
              </a:ext>
            </a:extLst>
          </p:cNvPr>
          <p:cNvSpPr/>
          <p:nvPr/>
        </p:nvSpPr>
        <p:spPr>
          <a:xfrm>
            <a:off x="7474749" y="1778284"/>
            <a:ext cx="2830932" cy="3296003"/>
          </a:xfrm>
          <a:prstGeom prst="rect">
            <a:avLst/>
          </a:prstGeom>
          <a:solidFill>
            <a:srgbClr val="B5E9F6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Open Sans" panose="020B0606030504020204" pitchFamily="34" charset="0"/>
            </a:endParaRP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1B1DB3E0-81FC-0B5D-CEB6-ABFABF0D72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42" y="1885335"/>
            <a:ext cx="6903539" cy="2882987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F5EA4926-9402-51C8-8FE6-180393CB2C8D}"/>
              </a:ext>
            </a:extLst>
          </p:cNvPr>
          <p:cNvSpPr txBox="1"/>
          <p:nvPr/>
        </p:nvSpPr>
        <p:spPr>
          <a:xfrm>
            <a:off x="7544363" y="1880167"/>
            <a:ext cx="2688667" cy="33720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ar-OM" sz="1600" b="1" dirty="0">
                <a:solidFill>
                  <a:srgbClr val="24497D"/>
                </a:solidFill>
              </a:rPr>
              <a:t>مثال اول : رویکرد </a:t>
            </a:r>
            <a:r>
              <a:rPr lang="en-US" sz="1600" b="1" dirty="0">
                <a:solidFill>
                  <a:srgbClr val="24497D"/>
                </a:solidFill>
              </a:rPr>
              <a:t>Event-Driven </a:t>
            </a:r>
          </a:p>
          <a:p>
            <a:pPr algn="just" rtl="1">
              <a:lnSpc>
                <a:spcPct val="150000"/>
              </a:lnSpc>
            </a:pPr>
            <a:endParaRPr lang="en-US" sz="1600" b="1" dirty="0">
              <a:solidFill>
                <a:srgbClr val="24497D"/>
              </a:solidFill>
            </a:endParaRPr>
          </a:p>
          <a:p>
            <a:pPr algn="just" rtl="1">
              <a:lnSpc>
                <a:spcPct val="150000"/>
              </a:lnSpc>
            </a:pPr>
            <a:r>
              <a:rPr lang="fa-IR" sz="1600" dirty="0">
                <a:solidFill>
                  <a:srgbClr val="24497D"/>
                </a:solidFill>
              </a:rPr>
              <a:t>دو مشکل :</a:t>
            </a:r>
          </a:p>
          <a:p>
            <a:pPr marL="400050" indent="-400050" algn="just" rtl="1">
              <a:lnSpc>
                <a:spcPct val="150000"/>
              </a:lnSpc>
              <a:buFont typeface="+mj-lt"/>
              <a:buAutoNum type="romanUcPeriod"/>
            </a:pPr>
            <a:r>
              <a:rPr lang="fa-IR" sz="1600" dirty="0">
                <a:solidFill>
                  <a:srgbClr val="24497D"/>
                </a:solidFill>
              </a:rPr>
              <a:t>همیشه به بررسی نیاز است.</a:t>
            </a:r>
          </a:p>
          <a:p>
            <a:pPr marL="400050" indent="-400050" algn="just" rtl="1">
              <a:lnSpc>
                <a:spcPct val="150000"/>
              </a:lnSpc>
              <a:buFont typeface="+mj-lt"/>
              <a:buAutoNum type="romanUcPeriod"/>
            </a:pPr>
            <a:r>
              <a:rPr lang="fa-IR" sz="1600" dirty="0">
                <a:solidFill>
                  <a:srgbClr val="24497D"/>
                </a:solidFill>
              </a:rPr>
              <a:t>فرض شده پرداخت و سفارش در یک زمان انجام شده است. اما ممکن است یکی قیل از دیگری وارد شود.</a:t>
            </a:r>
            <a:endParaRPr lang="en-US" sz="1600" dirty="0">
              <a:solidFill>
                <a:srgbClr val="24497D"/>
              </a:solidFill>
            </a:endParaRPr>
          </a:p>
          <a:p>
            <a:pPr algn="just" rtl="1">
              <a:lnSpc>
                <a:spcPct val="150000"/>
              </a:lnSpc>
            </a:pPr>
            <a:endParaRPr lang="en-US" sz="1600" b="1" dirty="0">
              <a:solidFill>
                <a:srgbClr val="24497D"/>
              </a:solidFill>
            </a:endParaRPr>
          </a:p>
          <a:p>
            <a:pPr algn="just" rtl="1">
              <a:lnSpc>
                <a:spcPct val="150000"/>
              </a:lnSpc>
            </a:pPr>
            <a:endParaRPr lang="en-US" sz="1600" b="1" dirty="0">
              <a:solidFill>
                <a:srgbClr val="24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96605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6372EBC-55CE-DB9A-2962-CA68AA631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102" y="1147942"/>
            <a:ext cx="7468642" cy="300079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DD2013E-8B66-4DAC-B5BC-6F8B3065F7CB}"/>
              </a:ext>
            </a:extLst>
          </p:cNvPr>
          <p:cNvSpPr/>
          <p:nvPr/>
        </p:nvSpPr>
        <p:spPr>
          <a:xfrm>
            <a:off x="10949651" y="0"/>
            <a:ext cx="12423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Oval 5">
            <a:extLst>
              <a:ext uri="{FF2B5EF4-FFF2-40B4-BE49-F238E27FC236}">
                <a16:creationId xmlns:a16="http://schemas.microsoft.com/office/drawing/2014/main" id="{F129CDBD-19EB-44B5-8F68-3F50E4198D01}"/>
              </a:ext>
            </a:extLst>
          </p:cNvPr>
          <p:cNvSpPr/>
          <p:nvPr/>
        </p:nvSpPr>
        <p:spPr>
          <a:xfrm>
            <a:off x="10377816" y="2862802"/>
            <a:ext cx="1074211" cy="1164619"/>
          </a:xfrm>
          <a:custGeom>
            <a:avLst/>
            <a:gdLst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1066534"/>
              <a:gd name="connsiteX1" fmla="*/ 450000 w 900000"/>
              <a:gd name="connsiteY1" fmla="*/ 70413 h 1066534"/>
              <a:gd name="connsiteX2" fmla="*/ 900000 w 900000"/>
              <a:gd name="connsiteY2" fmla="*/ 520413 h 1066534"/>
              <a:gd name="connsiteX3" fmla="*/ 450000 w 900000"/>
              <a:gd name="connsiteY3" fmla="*/ 970413 h 1066534"/>
              <a:gd name="connsiteX4" fmla="*/ 0 w 900000"/>
              <a:gd name="connsiteY4" fmla="*/ 520413 h 1066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000" h="1066534">
                <a:moveTo>
                  <a:pt x="0" y="520413"/>
                </a:moveTo>
                <a:cubicBezTo>
                  <a:pt x="0" y="370413"/>
                  <a:pt x="513988" y="313481"/>
                  <a:pt x="450000" y="70413"/>
                </a:cubicBezTo>
                <a:cubicBezTo>
                  <a:pt x="386012" y="-172655"/>
                  <a:pt x="900000" y="271885"/>
                  <a:pt x="900000" y="520413"/>
                </a:cubicBezTo>
                <a:cubicBezTo>
                  <a:pt x="900000" y="768941"/>
                  <a:pt x="559631" y="635795"/>
                  <a:pt x="450000" y="970413"/>
                </a:cubicBezTo>
                <a:cubicBezTo>
                  <a:pt x="340369" y="1305031"/>
                  <a:pt x="0" y="670413"/>
                  <a:pt x="0" y="520413"/>
                </a:cubicBezTo>
                <a:close/>
              </a:path>
            </a:pathLst>
          </a:custGeom>
          <a:ln w="825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hlinkClick r:id="" action="ppaction://noaction"/>
            <a:extLst>
              <a:ext uri="{FF2B5EF4-FFF2-40B4-BE49-F238E27FC236}">
                <a16:creationId xmlns:a16="http://schemas.microsoft.com/office/drawing/2014/main" id="{3C549233-7E33-47BF-AEF1-C0427DE61477}"/>
              </a:ext>
            </a:extLst>
          </p:cNvPr>
          <p:cNvSpPr/>
          <p:nvPr/>
        </p:nvSpPr>
        <p:spPr>
          <a:xfrm>
            <a:off x="11123207" y="4541383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Rectangle 28">
            <a:hlinkClick r:id="" action="ppaction://noaction"/>
            <a:extLst>
              <a:ext uri="{FF2B5EF4-FFF2-40B4-BE49-F238E27FC236}">
                <a16:creationId xmlns:a16="http://schemas.microsoft.com/office/drawing/2014/main" id="{BA503043-78E4-4374-996F-C87222864EA7}"/>
              </a:ext>
            </a:extLst>
          </p:cNvPr>
          <p:cNvSpPr/>
          <p:nvPr/>
        </p:nvSpPr>
        <p:spPr>
          <a:xfrm>
            <a:off x="11222860" y="5831842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hlinkClick r:id="" action="ppaction://noaction"/>
            <a:extLst>
              <a:ext uri="{FF2B5EF4-FFF2-40B4-BE49-F238E27FC236}">
                <a16:creationId xmlns:a16="http://schemas.microsoft.com/office/drawing/2014/main" id="{0C2154F5-D500-4BF7-9258-A4053D785C67}"/>
              </a:ext>
            </a:extLst>
          </p:cNvPr>
          <p:cNvSpPr/>
          <p:nvPr/>
        </p:nvSpPr>
        <p:spPr>
          <a:xfrm>
            <a:off x="11244080" y="4490772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>
            <a:hlinkClick r:id="" action="ppaction://noaction"/>
            <a:extLst>
              <a:ext uri="{FF2B5EF4-FFF2-40B4-BE49-F238E27FC236}">
                <a16:creationId xmlns:a16="http://schemas.microsoft.com/office/drawing/2014/main" id="{C2716587-8DF8-4BB2-BA88-9206B5B56BF4}"/>
              </a:ext>
            </a:extLst>
          </p:cNvPr>
          <p:cNvSpPr/>
          <p:nvPr/>
        </p:nvSpPr>
        <p:spPr>
          <a:xfrm>
            <a:off x="11209355" y="5845678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>
            <a:hlinkClick r:id="rId3" action="ppaction://hlinksldjump"/>
            <a:extLst>
              <a:ext uri="{FF2B5EF4-FFF2-40B4-BE49-F238E27FC236}">
                <a16:creationId xmlns:a16="http://schemas.microsoft.com/office/drawing/2014/main" id="{FA4DBCAD-AC89-4E71-B102-6933F1B8FA91}"/>
              </a:ext>
            </a:extLst>
          </p:cNvPr>
          <p:cNvSpPr/>
          <p:nvPr/>
        </p:nvSpPr>
        <p:spPr>
          <a:xfrm>
            <a:off x="11222860" y="442177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Rectangle 46">
            <a:hlinkClick r:id="rId4" action="ppaction://hlinksldjump"/>
            <a:extLst>
              <a:ext uri="{FF2B5EF4-FFF2-40B4-BE49-F238E27FC236}">
                <a16:creationId xmlns:a16="http://schemas.microsoft.com/office/drawing/2014/main" id="{DFDC85F8-C323-4600-8371-E9A13370B4EA}"/>
              </a:ext>
            </a:extLst>
          </p:cNvPr>
          <p:cNvSpPr/>
          <p:nvPr/>
        </p:nvSpPr>
        <p:spPr>
          <a:xfrm>
            <a:off x="11220931" y="1746859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2567C3C-FD46-4EB4-8DDB-8398D88D58D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38113"/>
            <a:ext cx="9567863" cy="892175"/>
          </a:xfrm>
          <a:prstGeom prst="rect">
            <a:avLst/>
          </a:prstGeom>
        </p:spPr>
        <p:txBody>
          <a:bodyPr/>
          <a:lstStyle/>
          <a:p>
            <a:r>
              <a:rPr lang="fa-IR" dirty="0"/>
              <a:t> 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37398C9C-D008-4B23-BC28-2E28A991F0EB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0" y="1181100"/>
            <a:ext cx="9567863" cy="5138738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fa-IR" dirty="0"/>
              <a:t> </a:t>
            </a:r>
            <a:endParaRPr lang="en-GB" dirty="0"/>
          </a:p>
        </p:txBody>
      </p:sp>
      <p:sp>
        <p:nvSpPr>
          <p:cNvPr id="55" name="Striped Right Arrow 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6DBA47AE-6363-4266-B1C2-58C5E391E804}"/>
              </a:ext>
            </a:extLst>
          </p:cNvPr>
          <p:cNvSpPr/>
          <p:nvPr/>
        </p:nvSpPr>
        <p:spPr>
          <a:xfrm rot="16200000">
            <a:off x="80162" y="5783314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sp>
        <p:nvSpPr>
          <p:cNvPr id="56" name="Striped Right Arrow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56723B9-B9FC-4F66-AC4A-ADFF37E71705}"/>
              </a:ext>
            </a:extLst>
          </p:cNvPr>
          <p:cNvSpPr/>
          <p:nvPr/>
        </p:nvSpPr>
        <p:spPr>
          <a:xfrm>
            <a:off x="644918" y="6352996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87CB624-3AED-4984-9B1D-20EF5C3D1953}"/>
              </a:ext>
            </a:extLst>
          </p:cNvPr>
          <p:cNvSpPr txBox="1"/>
          <p:nvPr/>
        </p:nvSpPr>
        <p:spPr>
          <a:xfrm>
            <a:off x="11510615" y="2581021"/>
            <a:ext cx="538221" cy="1717612"/>
          </a:xfrm>
          <a:prstGeom prst="rect">
            <a:avLst/>
          </a:prstGeom>
          <a:noFill/>
          <a:effectLst>
            <a:outerShdw blurRad="50800" dist="12700" dir="5400000" algn="ctr" rotWithShape="0">
              <a:schemeClr val="accent4">
                <a:lumMod val="20000"/>
                <a:lumOff val="80000"/>
                <a:alpha val="99000"/>
              </a:schemeClr>
            </a:outerShdw>
          </a:effectLst>
        </p:spPr>
        <p:txBody>
          <a:bodyPr vert="vert270" wrap="square" lIns="114108" tIns="57054" rIns="114108" bIns="57054" rtlCol="0">
            <a:spAutoFit/>
          </a:bodyPr>
          <a:lstStyle>
            <a:defPPr>
              <a:defRPr lang="en-US"/>
            </a:defPPr>
            <a:lvl1pPr algn="ctr" rtl="1">
              <a:defRPr sz="2000" b="1">
                <a:ln w="0"/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cs typeface="B Mitra" panose="00000400000000000000" pitchFamily="2" charset="-78"/>
              </a:defRPr>
            </a:lvl1pPr>
          </a:lstStyle>
          <a:p>
            <a:r>
              <a:rPr lang="fa-IR" dirty="0"/>
              <a:t>مثال ها</a:t>
            </a:r>
            <a:endParaRPr lang="ar-OM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B68BC1-AAB1-F679-B565-A65CC59A471E}"/>
              </a:ext>
            </a:extLst>
          </p:cNvPr>
          <p:cNvSpPr txBox="1"/>
          <p:nvPr/>
        </p:nvSpPr>
        <p:spPr>
          <a:xfrm>
            <a:off x="11189247" y="515268"/>
            <a:ext cx="809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01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D3C502-CB9E-9B1E-6410-DA52C7AC59E1}"/>
              </a:ext>
            </a:extLst>
          </p:cNvPr>
          <p:cNvSpPr txBox="1"/>
          <p:nvPr/>
        </p:nvSpPr>
        <p:spPr>
          <a:xfrm>
            <a:off x="11150201" y="1677709"/>
            <a:ext cx="852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02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A89BAD-1ABC-B25B-2BE1-1E2374CD733C}"/>
              </a:ext>
            </a:extLst>
          </p:cNvPr>
          <p:cNvSpPr txBox="1"/>
          <p:nvPr/>
        </p:nvSpPr>
        <p:spPr>
          <a:xfrm>
            <a:off x="11137005" y="4592044"/>
            <a:ext cx="860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04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AEB605-2609-4D96-201C-DDF0EE5DA8E1}"/>
              </a:ext>
            </a:extLst>
          </p:cNvPr>
          <p:cNvSpPr txBox="1"/>
          <p:nvPr/>
        </p:nvSpPr>
        <p:spPr>
          <a:xfrm>
            <a:off x="10398831" y="3252974"/>
            <a:ext cx="852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3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379F89-F615-B50A-6D95-7DBD6D10C447}"/>
              </a:ext>
            </a:extLst>
          </p:cNvPr>
          <p:cNvSpPr/>
          <p:nvPr/>
        </p:nvSpPr>
        <p:spPr>
          <a:xfrm>
            <a:off x="1492601" y="1509808"/>
            <a:ext cx="1522771" cy="1035487"/>
          </a:xfrm>
          <a:prstGeom prst="rect">
            <a:avLst/>
          </a:prstGeom>
          <a:solidFill>
            <a:srgbClr val="3494B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Open Sans" panose="020B0606030504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4A2939-0529-6A63-DFFA-326B52314474}"/>
              </a:ext>
            </a:extLst>
          </p:cNvPr>
          <p:cNvSpPr/>
          <p:nvPr/>
        </p:nvSpPr>
        <p:spPr>
          <a:xfrm>
            <a:off x="22123" y="4009458"/>
            <a:ext cx="1035690" cy="891252"/>
          </a:xfrm>
          <a:prstGeom prst="rect">
            <a:avLst/>
          </a:prstGeom>
          <a:solidFill>
            <a:srgbClr val="1176A2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Open Sans" panose="020B0606030504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22EDBE-77D7-9E7E-5234-F54364A0FA00}"/>
              </a:ext>
            </a:extLst>
          </p:cNvPr>
          <p:cNvSpPr/>
          <p:nvPr/>
        </p:nvSpPr>
        <p:spPr>
          <a:xfrm>
            <a:off x="172517" y="1751570"/>
            <a:ext cx="2581049" cy="2860373"/>
          </a:xfrm>
          <a:prstGeom prst="rect">
            <a:avLst/>
          </a:prstGeom>
          <a:solidFill>
            <a:srgbClr val="24497D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Open Sans" panose="020B0606030504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3EB5C9-2E6E-EA9C-6A1D-F37DAB38A703}"/>
              </a:ext>
            </a:extLst>
          </p:cNvPr>
          <p:cNvSpPr txBox="1"/>
          <p:nvPr/>
        </p:nvSpPr>
        <p:spPr>
          <a:xfrm>
            <a:off x="201810" y="2578453"/>
            <a:ext cx="2581050" cy="7867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ar-OM" sz="1600" b="1" dirty="0">
                <a:solidFill>
                  <a:schemeClr val="bg1">
                    <a:lumMod val="95000"/>
                  </a:schemeClr>
                </a:solidFill>
              </a:rPr>
              <a:t>مثال </a:t>
            </a:r>
            <a:r>
              <a:rPr lang="fa-IR" sz="1600" b="1" dirty="0">
                <a:solidFill>
                  <a:schemeClr val="bg1">
                    <a:lumMod val="95000"/>
                  </a:schemeClr>
                </a:solidFill>
              </a:rPr>
              <a:t>دوم</a:t>
            </a:r>
            <a:r>
              <a:rPr lang="ar-OM" sz="1600" b="1" dirty="0">
                <a:solidFill>
                  <a:schemeClr val="bg1">
                    <a:lumMod val="95000"/>
                  </a:schemeClr>
                </a:solidFill>
              </a:rPr>
              <a:t> : رویکرد</a:t>
            </a:r>
            <a:r>
              <a:rPr lang="en-US" sz="1600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endParaRPr lang="fa-IR" sz="1600" b="1" dirty="0">
              <a:solidFill>
                <a:schemeClr val="bg1">
                  <a:lumMod val="95000"/>
                </a:schemeClr>
              </a:solidFill>
            </a:endParaRPr>
          </a:p>
          <a:p>
            <a:pPr algn="ctr" rtl="1">
              <a:lnSpc>
                <a:spcPct val="150000"/>
              </a:lnSpc>
            </a:pPr>
            <a:r>
              <a:rPr lang="en-US" sz="1600" b="1" dirty="0">
                <a:solidFill>
                  <a:schemeClr val="bg1">
                    <a:lumMod val="95000"/>
                  </a:schemeClr>
                </a:solidFill>
              </a:rPr>
              <a:t>Pure (Stateless) Streaming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D43972-69C3-CD68-408F-ABDFB5FE7583}"/>
              </a:ext>
            </a:extLst>
          </p:cNvPr>
          <p:cNvSpPr txBox="1"/>
          <p:nvPr/>
        </p:nvSpPr>
        <p:spPr>
          <a:xfrm>
            <a:off x="1289548" y="4859350"/>
            <a:ext cx="9265196" cy="1304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a-IR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ا</a:t>
            </a:r>
            <a:r>
              <a:rPr lang="ar-SA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ین رویکرد، به طور دقیق، بدون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state</a:t>
            </a:r>
            <a:r>
              <a:rPr lang="fa-IR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 </a:t>
            </a:r>
            <a:r>
              <a:rPr lang="ar-SA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نیست. بافر در واقع سرویس ایمیل را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state</a:t>
            </a:r>
            <a:r>
              <a:rPr lang="fa-IR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 دار</a:t>
            </a:r>
            <a:r>
              <a:rPr lang="ar-SA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 می کند</a:t>
            </a:r>
            <a:r>
              <a:rPr lang="fa-IR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.</a:t>
            </a:r>
          </a:p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ar-SA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هنگامی که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Kafka Streams</a:t>
            </a:r>
            <a:r>
              <a:rPr lang="ar-SA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 راه اندازی مجدد می شود، قبل از انجام هر پردازشی، محتویات هر بافر را مجدداً بارگیری می کند. </a:t>
            </a:r>
            <a:endParaRPr lang="en-US" b="1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9956153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D2013E-8B66-4DAC-B5BC-6F8B3065F7CB}"/>
              </a:ext>
            </a:extLst>
          </p:cNvPr>
          <p:cNvSpPr/>
          <p:nvPr/>
        </p:nvSpPr>
        <p:spPr>
          <a:xfrm>
            <a:off x="10949651" y="0"/>
            <a:ext cx="12423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Oval 5">
            <a:extLst>
              <a:ext uri="{FF2B5EF4-FFF2-40B4-BE49-F238E27FC236}">
                <a16:creationId xmlns:a16="http://schemas.microsoft.com/office/drawing/2014/main" id="{F129CDBD-19EB-44B5-8F68-3F50E4198D01}"/>
              </a:ext>
            </a:extLst>
          </p:cNvPr>
          <p:cNvSpPr/>
          <p:nvPr/>
        </p:nvSpPr>
        <p:spPr>
          <a:xfrm>
            <a:off x="10377816" y="2862802"/>
            <a:ext cx="1074211" cy="1164619"/>
          </a:xfrm>
          <a:custGeom>
            <a:avLst/>
            <a:gdLst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1066534"/>
              <a:gd name="connsiteX1" fmla="*/ 450000 w 900000"/>
              <a:gd name="connsiteY1" fmla="*/ 70413 h 1066534"/>
              <a:gd name="connsiteX2" fmla="*/ 900000 w 900000"/>
              <a:gd name="connsiteY2" fmla="*/ 520413 h 1066534"/>
              <a:gd name="connsiteX3" fmla="*/ 450000 w 900000"/>
              <a:gd name="connsiteY3" fmla="*/ 970413 h 1066534"/>
              <a:gd name="connsiteX4" fmla="*/ 0 w 900000"/>
              <a:gd name="connsiteY4" fmla="*/ 520413 h 1066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000" h="1066534">
                <a:moveTo>
                  <a:pt x="0" y="520413"/>
                </a:moveTo>
                <a:cubicBezTo>
                  <a:pt x="0" y="370413"/>
                  <a:pt x="513988" y="313481"/>
                  <a:pt x="450000" y="70413"/>
                </a:cubicBezTo>
                <a:cubicBezTo>
                  <a:pt x="386012" y="-172655"/>
                  <a:pt x="900000" y="271885"/>
                  <a:pt x="900000" y="520413"/>
                </a:cubicBezTo>
                <a:cubicBezTo>
                  <a:pt x="900000" y="768941"/>
                  <a:pt x="559631" y="635795"/>
                  <a:pt x="450000" y="970413"/>
                </a:cubicBezTo>
                <a:cubicBezTo>
                  <a:pt x="340369" y="1305031"/>
                  <a:pt x="0" y="670413"/>
                  <a:pt x="0" y="520413"/>
                </a:cubicBezTo>
                <a:close/>
              </a:path>
            </a:pathLst>
          </a:custGeom>
          <a:ln w="825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hlinkClick r:id="" action="ppaction://noaction"/>
            <a:extLst>
              <a:ext uri="{FF2B5EF4-FFF2-40B4-BE49-F238E27FC236}">
                <a16:creationId xmlns:a16="http://schemas.microsoft.com/office/drawing/2014/main" id="{3C549233-7E33-47BF-AEF1-C0427DE61477}"/>
              </a:ext>
            </a:extLst>
          </p:cNvPr>
          <p:cNvSpPr/>
          <p:nvPr/>
        </p:nvSpPr>
        <p:spPr>
          <a:xfrm>
            <a:off x="11123207" y="4541383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Rectangle 28">
            <a:hlinkClick r:id="" action="ppaction://noaction"/>
            <a:extLst>
              <a:ext uri="{FF2B5EF4-FFF2-40B4-BE49-F238E27FC236}">
                <a16:creationId xmlns:a16="http://schemas.microsoft.com/office/drawing/2014/main" id="{BA503043-78E4-4374-996F-C87222864EA7}"/>
              </a:ext>
            </a:extLst>
          </p:cNvPr>
          <p:cNvSpPr/>
          <p:nvPr/>
        </p:nvSpPr>
        <p:spPr>
          <a:xfrm>
            <a:off x="11222860" y="5831842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hlinkClick r:id="" action="ppaction://noaction"/>
            <a:extLst>
              <a:ext uri="{FF2B5EF4-FFF2-40B4-BE49-F238E27FC236}">
                <a16:creationId xmlns:a16="http://schemas.microsoft.com/office/drawing/2014/main" id="{0C2154F5-D500-4BF7-9258-A4053D785C67}"/>
              </a:ext>
            </a:extLst>
          </p:cNvPr>
          <p:cNvSpPr/>
          <p:nvPr/>
        </p:nvSpPr>
        <p:spPr>
          <a:xfrm>
            <a:off x="11244080" y="4490772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>
            <a:hlinkClick r:id="" action="ppaction://noaction"/>
            <a:extLst>
              <a:ext uri="{FF2B5EF4-FFF2-40B4-BE49-F238E27FC236}">
                <a16:creationId xmlns:a16="http://schemas.microsoft.com/office/drawing/2014/main" id="{C2716587-8DF8-4BB2-BA88-9206B5B56BF4}"/>
              </a:ext>
            </a:extLst>
          </p:cNvPr>
          <p:cNvSpPr/>
          <p:nvPr/>
        </p:nvSpPr>
        <p:spPr>
          <a:xfrm>
            <a:off x="11209355" y="5845678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>
            <a:hlinkClick r:id="rId2" action="ppaction://hlinksldjump"/>
            <a:extLst>
              <a:ext uri="{FF2B5EF4-FFF2-40B4-BE49-F238E27FC236}">
                <a16:creationId xmlns:a16="http://schemas.microsoft.com/office/drawing/2014/main" id="{FA4DBCAD-AC89-4E71-B102-6933F1B8FA91}"/>
              </a:ext>
            </a:extLst>
          </p:cNvPr>
          <p:cNvSpPr/>
          <p:nvPr/>
        </p:nvSpPr>
        <p:spPr>
          <a:xfrm>
            <a:off x="11222860" y="442177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Rectangle 46">
            <a:hlinkClick r:id="rId3" action="ppaction://hlinksldjump"/>
            <a:extLst>
              <a:ext uri="{FF2B5EF4-FFF2-40B4-BE49-F238E27FC236}">
                <a16:creationId xmlns:a16="http://schemas.microsoft.com/office/drawing/2014/main" id="{DFDC85F8-C323-4600-8371-E9A13370B4EA}"/>
              </a:ext>
            </a:extLst>
          </p:cNvPr>
          <p:cNvSpPr/>
          <p:nvPr/>
        </p:nvSpPr>
        <p:spPr>
          <a:xfrm>
            <a:off x="11220931" y="1746859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Striped Right Arrow 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6DBA47AE-6363-4266-B1C2-58C5E391E804}"/>
              </a:ext>
            </a:extLst>
          </p:cNvPr>
          <p:cNvSpPr/>
          <p:nvPr/>
        </p:nvSpPr>
        <p:spPr>
          <a:xfrm rot="16200000">
            <a:off x="80162" y="5783314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sp>
        <p:nvSpPr>
          <p:cNvPr id="56" name="Striped Right Arrow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56723B9-B9FC-4F66-AC4A-ADFF37E71705}"/>
              </a:ext>
            </a:extLst>
          </p:cNvPr>
          <p:cNvSpPr/>
          <p:nvPr/>
        </p:nvSpPr>
        <p:spPr>
          <a:xfrm>
            <a:off x="644918" y="6352996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87CB624-3AED-4984-9B1D-20EF5C3D1953}"/>
              </a:ext>
            </a:extLst>
          </p:cNvPr>
          <p:cNvSpPr txBox="1"/>
          <p:nvPr/>
        </p:nvSpPr>
        <p:spPr>
          <a:xfrm>
            <a:off x="11510615" y="2581021"/>
            <a:ext cx="538221" cy="1717612"/>
          </a:xfrm>
          <a:prstGeom prst="rect">
            <a:avLst/>
          </a:prstGeom>
          <a:noFill/>
          <a:effectLst>
            <a:outerShdw blurRad="50800" dist="12700" dir="5400000" algn="ctr" rotWithShape="0">
              <a:schemeClr val="accent4">
                <a:lumMod val="20000"/>
                <a:lumOff val="80000"/>
                <a:alpha val="99000"/>
              </a:schemeClr>
            </a:outerShdw>
          </a:effectLst>
        </p:spPr>
        <p:txBody>
          <a:bodyPr vert="vert270" wrap="square" lIns="114108" tIns="57054" rIns="114108" bIns="57054" rtlCol="0">
            <a:spAutoFit/>
          </a:bodyPr>
          <a:lstStyle>
            <a:defPPr>
              <a:defRPr lang="en-US"/>
            </a:defPPr>
            <a:lvl1pPr algn="ctr" rtl="1">
              <a:defRPr sz="2000" b="1">
                <a:ln w="0"/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cs typeface="B Mitra" panose="00000400000000000000" pitchFamily="2" charset="-78"/>
              </a:defRPr>
            </a:lvl1pPr>
          </a:lstStyle>
          <a:p>
            <a:r>
              <a:rPr lang="fa-IR" dirty="0"/>
              <a:t>مثال ها</a:t>
            </a:r>
            <a:endParaRPr lang="ar-OM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B68BC1-AAB1-F679-B565-A65CC59A471E}"/>
              </a:ext>
            </a:extLst>
          </p:cNvPr>
          <p:cNvSpPr txBox="1"/>
          <p:nvPr/>
        </p:nvSpPr>
        <p:spPr>
          <a:xfrm>
            <a:off x="11189247" y="515268"/>
            <a:ext cx="809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01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D3C502-CB9E-9B1E-6410-DA52C7AC59E1}"/>
              </a:ext>
            </a:extLst>
          </p:cNvPr>
          <p:cNvSpPr txBox="1"/>
          <p:nvPr/>
        </p:nvSpPr>
        <p:spPr>
          <a:xfrm>
            <a:off x="11150201" y="1677709"/>
            <a:ext cx="852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02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A89BAD-1ABC-B25B-2BE1-1E2374CD733C}"/>
              </a:ext>
            </a:extLst>
          </p:cNvPr>
          <p:cNvSpPr txBox="1"/>
          <p:nvPr/>
        </p:nvSpPr>
        <p:spPr>
          <a:xfrm>
            <a:off x="11137005" y="4592044"/>
            <a:ext cx="860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04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AEB605-2609-4D96-201C-DDF0EE5DA8E1}"/>
              </a:ext>
            </a:extLst>
          </p:cNvPr>
          <p:cNvSpPr txBox="1"/>
          <p:nvPr/>
        </p:nvSpPr>
        <p:spPr>
          <a:xfrm>
            <a:off x="10398831" y="3252974"/>
            <a:ext cx="852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3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923D30-3C91-014E-11B5-25D7691563DC}"/>
              </a:ext>
            </a:extLst>
          </p:cNvPr>
          <p:cNvSpPr/>
          <p:nvPr/>
        </p:nvSpPr>
        <p:spPr>
          <a:xfrm>
            <a:off x="9301224" y="4224482"/>
            <a:ext cx="1317988" cy="1205719"/>
          </a:xfrm>
          <a:prstGeom prst="rect">
            <a:avLst/>
          </a:prstGeom>
          <a:solidFill>
            <a:srgbClr val="37A9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Open Sans" panose="020B0606030504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3A6F9A-BF59-BF02-4296-171CB745AD8D}"/>
              </a:ext>
            </a:extLst>
          </p:cNvPr>
          <p:cNvSpPr/>
          <p:nvPr/>
        </p:nvSpPr>
        <p:spPr>
          <a:xfrm>
            <a:off x="7057978" y="1500345"/>
            <a:ext cx="1547977" cy="1362745"/>
          </a:xfrm>
          <a:prstGeom prst="rect">
            <a:avLst/>
          </a:prstGeom>
          <a:solidFill>
            <a:srgbClr val="24497D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Open Sans" panose="020B0606030504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B03B07-4D11-65A9-32FA-EA09C551AC57}"/>
              </a:ext>
            </a:extLst>
          </p:cNvPr>
          <p:cNvSpPr/>
          <p:nvPr/>
        </p:nvSpPr>
        <p:spPr>
          <a:xfrm>
            <a:off x="7474749" y="1778284"/>
            <a:ext cx="2830932" cy="3296003"/>
          </a:xfrm>
          <a:prstGeom prst="rect">
            <a:avLst/>
          </a:prstGeom>
          <a:solidFill>
            <a:srgbClr val="1176A2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Open Sans" panose="020B0606030504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743A79-2754-1F6E-597A-CC3355077EB3}"/>
              </a:ext>
            </a:extLst>
          </p:cNvPr>
          <p:cNvSpPr txBox="1"/>
          <p:nvPr/>
        </p:nvSpPr>
        <p:spPr>
          <a:xfrm>
            <a:off x="7649387" y="1986261"/>
            <a:ext cx="2481655" cy="8002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fa-IR" sz="1600" b="1" dirty="0">
                <a:solidFill>
                  <a:schemeClr val="bg1">
                    <a:lumMod val="95000"/>
                  </a:schemeClr>
                </a:solidFill>
              </a:rPr>
              <a:t>مثال سوم: رویکرد </a:t>
            </a:r>
          </a:p>
          <a:p>
            <a:pPr algn="ctr" rtl="1">
              <a:lnSpc>
                <a:spcPct val="150000"/>
              </a:lnSpc>
            </a:pPr>
            <a:r>
              <a:rPr lang="en-US" sz="1600" b="1" dirty="0">
                <a:solidFill>
                  <a:schemeClr val="bg1">
                    <a:lumMod val="95000"/>
                  </a:schemeClr>
                </a:solidFill>
              </a:rPr>
              <a:t>Stateful Streaming</a:t>
            </a:r>
            <a:endParaRPr lang="ar-OM" sz="1600" b="1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FB30B4-CD05-622B-8FCE-90D540700B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8" y="2069571"/>
            <a:ext cx="6882308" cy="3036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0302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D2013E-8B66-4DAC-B5BC-6F8B3065F7CB}"/>
              </a:ext>
            </a:extLst>
          </p:cNvPr>
          <p:cNvSpPr/>
          <p:nvPr/>
        </p:nvSpPr>
        <p:spPr>
          <a:xfrm>
            <a:off x="10949651" y="0"/>
            <a:ext cx="12423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Oval 5">
            <a:extLst>
              <a:ext uri="{FF2B5EF4-FFF2-40B4-BE49-F238E27FC236}">
                <a16:creationId xmlns:a16="http://schemas.microsoft.com/office/drawing/2014/main" id="{F129CDBD-19EB-44B5-8F68-3F50E4198D01}"/>
              </a:ext>
            </a:extLst>
          </p:cNvPr>
          <p:cNvSpPr/>
          <p:nvPr/>
        </p:nvSpPr>
        <p:spPr>
          <a:xfrm>
            <a:off x="10377816" y="2862802"/>
            <a:ext cx="1074211" cy="1164619"/>
          </a:xfrm>
          <a:custGeom>
            <a:avLst/>
            <a:gdLst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1066534"/>
              <a:gd name="connsiteX1" fmla="*/ 450000 w 900000"/>
              <a:gd name="connsiteY1" fmla="*/ 70413 h 1066534"/>
              <a:gd name="connsiteX2" fmla="*/ 900000 w 900000"/>
              <a:gd name="connsiteY2" fmla="*/ 520413 h 1066534"/>
              <a:gd name="connsiteX3" fmla="*/ 450000 w 900000"/>
              <a:gd name="connsiteY3" fmla="*/ 970413 h 1066534"/>
              <a:gd name="connsiteX4" fmla="*/ 0 w 900000"/>
              <a:gd name="connsiteY4" fmla="*/ 520413 h 1066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000" h="1066534">
                <a:moveTo>
                  <a:pt x="0" y="520413"/>
                </a:moveTo>
                <a:cubicBezTo>
                  <a:pt x="0" y="370413"/>
                  <a:pt x="513988" y="313481"/>
                  <a:pt x="450000" y="70413"/>
                </a:cubicBezTo>
                <a:cubicBezTo>
                  <a:pt x="386012" y="-172655"/>
                  <a:pt x="900000" y="271885"/>
                  <a:pt x="900000" y="520413"/>
                </a:cubicBezTo>
                <a:cubicBezTo>
                  <a:pt x="900000" y="768941"/>
                  <a:pt x="559631" y="635795"/>
                  <a:pt x="450000" y="970413"/>
                </a:cubicBezTo>
                <a:cubicBezTo>
                  <a:pt x="340369" y="1305031"/>
                  <a:pt x="0" y="670413"/>
                  <a:pt x="0" y="520413"/>
                </a:cubicBezTo>
                <a:close/>
              </a:path>
            </a:pathLst>
          </a:custGeom>
          <a:ln w="825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hlinkClick r:id="" action="ppaction://noaction"/>
            <a:extLst>
              <a:ext uri="{FF2B5EF4-FFF2-40B4-BE49-F238E27FC236}">
                <a16:creationId xmlns:a16="http://schemas.microsoft.com/office/drawing/2014/main" id="{3C549233-7E33-47BF-AEF1-C0427DE61477}"/>
              </a:ext>
            </a:extLst>
          </p:cNvPr>
          <p:cNvSpPr/>
          <p:nvPr/>
        </p:nvSpPr>
        <p:spPr>
          <a:xfrm>
            <a:off x="11123207" y="4541383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Rectangle 28">
            <a:hlinkClick r:id="" action="ppaction://noaction"/>
            <a:extLst>
              <a:ext uri="{FF2B5EF4-FFF2-40B4-BE49-F238E27FC236}">
                <a16:creationId xmlns:a16="http://schemas.microsoft.com/office/drawing/2014/main" id="{BA503043-78E4-4374-996F-C87222864EA7}"/>
              </a:ext>
            </a:extLst>
          </p:cNvPr>
          <p:cNvSpPr/>
          <p:nvPr/>
        </p:nvSpPr>
        <p:spPr>
          <a:xfrm>
            <a:off x="11222860" y="5831842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hlinkClick r:id="" action="ppaction://noaction"/>
            <a:extLst>
              <a:ext uri="{FF2B5EF4-FFF2-40B4-BE49-F238E27FC236}">
                <a16:creationId xmlns:a16="http://schemas.microsoft.com/office/drawing/2014/main" id="{0C2154F5-D500-4BF7-9258-A4053D785C67}"/>
              </a:ext>
            </a:extLst>
          </p:cNvPr>
          <p:cNvSpPr/>
          <p:nvPr/>
        </p:nvSpPr>
        <p:spPr>
          <a:xfrm>
            <a:off x="11244080" y="4490772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>
            <a:hlinkClick r:id="" action="ppaction://noaction"/>
            <a:extLst>
              <a:ext uri="{FF2B5EF4-FFF2-40B4-BE49-F238E27FC236}">
                <a16:creationId xmlns:a16="http://schemas.microsoft.com/office/drawing/2014/main" id="{C2716587-8DF8-4BB2-BA88-9206B5B56BF4}"/>
              </a:ext>
            </a:extLst>
          </p:cNvPr>
          <p:cNvSpPr/>
          <p:nvPr/>
        </p:nvSpPr>
        <p:spPr>
          <a:xfrm>
            <a:off x="11209355" y="5845678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>
            <a:hlinkClick r:id="rId2" action="ppaction://hlinksldjump"/>
            <a:extLst>
              <a:ext uri="{FF2B5EF4-FFF2-40B4-BE49-F238E27FC236}">
                <a16:creationId xmlns:a16="http://schemas.microsoft.com/office/drawing/2014/main" id="{FA4DBCAD-AC89-4E71-B102-6933F1B8FA91}"/>
              </a:ext>
            </a:extLst>
          </p:cNvPr>
          <p:cNvSpPr/>
          <p:nvPr/>
        </p:nvSpPr>
        <p:spPr>
          <a:xfrm>
            <a:off x="11222860" y="442177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Rectangle 46">
            <a:hlinkClick r:id="rId3" action="ppaction://hlinksldjump"/>
            <a:extLst>
              <a:ext uri="{FF2B5EF4-FFF2-40B4-BE49-F238E27FC236}">
                <a16:creationId xmlns:a16="http://schemas.microsoft.com/office/drawing/2014/main" id="{DFDC85F8-C323-4600-8371-E9A13370B4EA}"/>
              </a:ext>
            </a:extLst>
          </p:cNvPr>
          <p:cNvSpPr/>
          <p:nvPr/>
        </p:nvSpPr>
        <p:spPr>
          <a:xfrm>
            <a:off x="11220931" y="1746859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Striped Right Arrow 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6DBA47AE-6363-4266-B1C2-58C5E391E804}"/>
              </a:ext>
            </a:extLst>
          </p:cNvPr>
          <p:cNvSpPr/>
          <p:nvPr/>
        </p:nvSpPr>
        <p:spPr>
          <a:xfrm rot="16200000">
            <a:off x="80162" y="5783314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sp>
        <p:nvSpPr>
          <p:cNvPr id="56" name="Striped Right Arrow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56723B9-B9FC-4F66-AC4A-ADFF37E71705}"/>
              </a:ext>
            </a:extLst>
          </p:cNvPr>
          <p:cNvSpPr/>
          <p:nvPr/>
        </p:nvSpPr>
        <p:spPr>
          <a:xfrm>
            <a:off x="644918" y="6352996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87CB624-3AED-4984-9B1D-20EF5C3D1953}"/>
              </a:ext>
            </a:extLst>
          </p:cNvPr>
          <p:cNvSpPr txBox="1"/>
          <p:nvPr/>
        </p:nvSpPr>
        <p:spPr>
          <a:xfrm>
            <a:off x="11510615" y="2581021"/>
            <a:ext cx="538221" cy="1717612"/>
          </a:xfrm>
          <a:prstGeom prst="rect">
            <a:avLst/>
          </a:prstGeom>
          <a:noFill/>
          <a:effectLst>
            <a:outerShdw blurRad="50800" dist="12700" dir="5400000" algn="ctr" rotWithShape="0">
              <a:schemeClr val="accent4">
                <a:lumMod val="20000"/>
                <a:lumOff val="80000"/>
                <a:alpha val="99000"/>
              </a:schemeClr>
            </a:outerShdw>
          </a:effectLst>
        </p:spPr>
        <p:txBody>
          <a:bodyPr vert="vert270" wrap="square" lIns="114108" tIns="57054" rIns="114108" bIns="57054" rtlCol="0">
            <a:spAutoFit/>
          </a:bodyPr>
          <a:lstStyle>
            <a:defPPr>
              <a:defRPr lang="en-US"/>
            </a:defPPr>
            <a:lvl1pPr algn="ctr" rtl="1">
              <a:defRPr sz="2000" b="1">
                <a:ln w="0"/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cs typeface="B Mitra" panose="00000400000000000000" pitchFamily="2" charset="-78"/>
              </a:defRPr>
            </a:lvl1pPr>
          </a:lstStyle>
          <a:p>
            <a:r>
              <a:rPr lang="fa-IR" dirty="0"/>
              <a:t>مثال ها</a:t>
            </a:r>
            <a:endParaRPr lang="ar-OM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B68BC1-AAB1-F679-B565-A65CC59A471E}"/>
              </a:ext>
            </a:extLst>
          </p:cNvPr>
          <p:cNvSpPr txBox="1"/>
          <p:nvPr/>
        </p:nvSpPr>
        <p:spPr>
          <a:xfrm>
            <a:off x="11189247" y="515268"/>
            <a:ext cx="809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01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D3C502-CB9E-9B1E-6410-DA52C7AC59E1}"/>
              </a:ext>
            </a:extLst>
          </p:cNvPr>
          <p:cNvSpPr txBox="1"/>
          <p:nvPr/>
        </p:nvSpPr>
        <p:spPr>
          <a:xfrm>
            <a:off x="11150201" y="1677709"/>
            <a:ext cx="852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02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A89BAD-1ABC-B25B-2BE1-1E2374CD733C}"/>
              </a:ext>
            </a:extLst>
          </p:cNvPr>
          <p:cNvSpPr txBox="1"/>
          <p:nvPr/>
        </p:nvSpPr>
        <p:spPr>
          <a:xfrm>
            <a:off x="11137005" y="4592044"/>
            <a:ext cx="860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04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AEB605-2609-4D96-201C-DDF0EE5DA8E1}"/>
              </a:ext>
            </a:extLst>
          </p:cNvPr>
          <p:cNvSpPr txBox="1"/>
          <p:nvPr/>
        </p:nvSpPr>
        <p:spPr>
          <a:xfrm>
            <a:off x="10398831" y="3252974"/>
            <a:ext cx="852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3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923D30-3C91-014E-11B5-25D7691563DC}"/>
              </a:ext>
            </a:extLst>
          </p:cNvPr>
          <p:cNvSpPr/>
          <p:nvPr/>
        </p:nvSpPr>
        <p:spPr>
          <a:xfrm>
            <a:off x="9301224" y="4224482"/>
            <a:ext cx="1317988" cy="1205719"/>
          </a:xfrm>
          <a:prstGeom prst="rect">
            <a:avLst/>
          </a:prstGeom>
          <a:solidFill>
            <a:srgbClr val="37A9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Open Sans" panose="020B0606030504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3A6F9A-BF59-BF02-4296-171CB745AD8D}"/>
              </a:ext>
            </a:extLst>
          </p:cNvPr>
          <p:cNvSpPr/>
          <p:nvPr/>
        </p:nvSpPr>
        <p:spPr>
          <a:xfrm>
            <a:off x="7057978" y="1500345"/>
            <a:ext cx="1547977" cy="1362745"/>
          </a:xfrm>
          <a:prstGeom prst="rect">
            <a:avLst/>
          </a:prstGeom>
          <a:solidFill>
            <a:srgbClr val="24497D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Open Sans" panose="020B0606030504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B03B07-4D11-65A9-32FA-EA09C551AC57}"/>
              </a:ext>
            </a:extLst>
          </p:cNvPr>
          <p:cNvSpPr/>
          <p:nvPr/>
        </p:nvSpPr>
        <p:spPr>
          <a:xfrm>
            <a:off x="7474749" y="1778284"/>
            <a:ext cx="2830932" cy="3296003"/>
          </a:xfrm>
          <a:prstGeom prst="rect">
            <a:avLst/>
          </a:prstGeom>
          <a:solidFill>
            <a:srgbClr val="1176A2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Open Sans" panose="020B0606030504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743A79-2754-1F6E-597A-CC3355077EB3}"/>
              </a:ext>
            </a:extLst>
          </p:cNvPr>
          <p:cNvSpPr txBox="1"/>
          <p:nvPr/>
        </p:nvSpPr>
        <p:spPr>
          <a:xfrm>
            <a:off x="7649387" y="1986261"/>
            <a:ext cx="2481655" cy="8002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fa-IR" sz="1600" b="1" dirty="0">
                <a:solidFill>
                  <a:schemeClr val="bg1">
                    <a:lumMod val="95000"/>
                  </a:schemeClr>
                </a:solidFill>
              </a:rPr>
              <a:t>مثال سوم: رویکرد </a:t>
            </a:r>
          </a:p>
          <a:p>
            <a:pPr algn="ctr" rtl="1">
              <a:lnSpc>
                <a:spcPct val="150000"/>
              </a:lnSpc>
            </a:pPr>
            <a:r>
              <a:rPr lang="en-US" sz="1600" b="1" dirty="0">
                <a:solidFill>
                  <a:schemeClr val="bg1">
                    <a:lumMod val="95000"/>
                  </a:schemeClr>
                </a:solidFill>
              </a:rPr>
              <a:t>Stateful Streaming</a:t>
            </a:r>
            <a:endParaRPr lang="ar-OM" sz="1600" b="1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707FFBD-EE5C-F132-4B3B-171A8F852B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67" y="1677709"/>
            <a:ext cx="6955574" cy="3443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5109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D2013E-8B66-4DAC-B5BC-6F8B3065F7CB}"/>
              </a:ext>
            </a:extLst>
          </p:cNvPr>
          <p:cNvSpPr/>
          <p:nvPr/>
        </p:nvSpPr>
        <p:spPr>
          <a:xfrm>
            <a:off x="10949651" y="0"/>
            <a:ext cx="12423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Oval 5">
            <a:extLst>
              <a:ext uri="{FF2B5EF4-FFF2-40B4-BE49-F238E27FC236}">
                <a16:creationId xmlns:a16="http://schemas.microsoft.com/office/drawing/2014/main" id="{F129CDBD-19EB-44B5-8F68-3F50E4198D01}"/>
              </a:ext>
            </a:extLst>
          </p:cNvPr>
          <p:cNvSpPr/>
          <p:nvPr/>
        </p:nvSpPr>
        <p:spPr>
          <a:xfrm>
            <a:off x="10377816" y="2862802"/>
            <a:ext cx="1074211" cy="1164619"/>
          </a:xfrm>
          <a:custGeom>
            <a:avLst/>
            <a:gdLst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1066534"/>
              <a:gd name="connsiteX1" fmla="*/ 450000 w 900000"/>
              <a:gd name="connsiteY1" fmla="*/ 70413 h 1066534"/>
              <a:gd name="connsiteX2" fmla="*/ 900000 w 900000"/>
              <a:gd name="connsiteY2" fmla="*/ 520413 h 1066534"/>
              <a:gd name="connsiteX3" fmla="*/ 450000 w 900000"/>
              <a:gd name="connsiteY3" fmla="*/ 970413 h 1066534"/>
              <a:gd name="connsiteX4" fmla="*/ 0 w 900000"/>
              <a:gd name="connsiteY4" fmla="*/ 520413 h 1066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000" h="1066534">
                <a:moveTo>
                  <a:pt x="0" y="520413"/>
                </a:moveTo>
                <a:cubicBezTo>
                  <a:pt x="0" y="370413"/>
                  <a:pt x="513988" y="313481"/>
                  <a:pt x="450000" y="70413"/>
                </a:cubicBezTo>
                <a:cubicBezTo>
                  <a:pt x="386012" y="-172655"/>
                  <a:pt x="900000" y="271885"/>
                  <a:pt x="900000" y="520413"/>
                </a:cubicBezTo>
                <a:cubicBezTo>
                  <a:pt x="900000" y="768941"/>
                  <a:pt x="559631" y="635795"/>
                  <a:pt x="450000" y="970413"/>
                </a:cubicBezTo>
                <a:cubicBezTo>
                  <a:pt x="340369" y="1305031"/>
                  <a:pt x="0" y="670413"/>
                  <a:pt x="0" y="520413"/>
                </a:cubicBezTo>
                <a:close/>
              </a:path>
            </a:pathLst>
          </a:custGeom>
          <a:ln w="825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hlinkClick r:id="" action="ppaction://noaction"/>
            <a:extLst>
              <a:ext uri="{FF2B5EF4-FFF2-40B4-BE49-F238E27FC236}">
                <a16:creationId xmlns:a16="http://schemas.microsoft.com/office/drawing/2014/main" id="{3C549233-7E33-47BF-AEF1-C0427DE61477}"/>
              </a:ext>
            </a:extLst>
          </p:cNvPr>
          <p:cNvSpPr/>
          <p:nvPr/>
        </p:nvSpPr>
        <p:spPr>
          <a:xfrm>
            <a:off x="11123207" y="4541383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Rectangle 28">
            <a:hlinkClick r:id="" action="ppaction://noaction"/>
            <a:extLst>
              <a:ext uri="{FF2B5EF4-FFF2-40B4-BE49-F238E27FC236}">
                <a16:creationId xmlns:a16="http://schemas.microsoft.com/office/drawing/2014/main" id="{BA503043-78E4-4374-996F-C87222864EA7}"/>
              </a:ext>
            </a:extLst>
          </p:cNvPr>
          <p:cNvSpPr/>
          <p:nvPr/>
        </p:nvSpPr>
        <p:spPr>
          <a:xfrm>
            <a:off x="11222860" y="5831842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hlinkClick r:id="" action="ppaction://noaction"/>
            <a:extLst>
              <a:ext uri="{FF2B5EF4-FFF2-40B4-BE49-F238E27FC236}">
                <a16:creationId xmlns:a16="http://schemas.microsoft.com/office/drawing/2014/main" id="{0C2154F5-D500-4BF7-9258-A4053D785C67}"/>
              </a:ext>
            </a:extLst>
          </p:cNvPr>
          <p:cNvSpPr/>
          <p:nvPr/>
        </p:nvSpPr>
        <p:spPr>
          <a:xfrm>
            <a:off x="11244080" y="4490772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>
            <a:hlinkClick r:id="" action="ppaction://noaction"/>
            <a:extLst>
              <a:ext uri="{FF2B5EF4-FFF2-40B4-BE49-F238E27FC236}">
                <a16:creationId xmlns:a16="http://schemas.microsoft.com/office/drawing/2014/main" id="{C2716587-8DF8-4BB2-BA88-9206B5B56BF4}"/>
              </a:ext>
            </a:extLst>
          </p:cNvPr>
          <p:cNvSpPr/>
          <p:nvPr/>
        </p:nvSpPr>
        <p:spPr>
          <a:xfrm>
            <a:off x="11209355" y="5845678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>
            <a:hlinkClick r:id="rId2" action="ppaction://hlinksldjump"/>
            <a:extLst>
              <a:ext uri="{FF2B5EF4-FFF2-40B4-BE49-F238E27FC236}">
                <a16:creationId xmlns:a16="http://schemas.microsoft.com/office/drawing/2014/main" id="{FA4DBCAD-AC89-4E71-B102-6933F1B8FA91}"/>
              </a:ext>
            </a:extLst>
          </p:cNvPr>
          <p:cNvSpPr/>
          <p:nvPr/>
        </p:nvSpPr>
        <p:spPr>
          <a:xfrm>
            <a:off x="11222860" y="442177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Rectangle 46">
            <a:hlinkClick r:id="rId3" action="ppaction://hlinksldjump"/>
            <a:extLst>
              <a:ext uri="{FF2B5EF4-FFF2-40B4-BE49-F238E27FC236}">
                <a16:creationId xmlns:a16="http://schemas.microsoft.com/office/drawing/2014/main" id="{DFDC85F8-C323-4600-8371-E9A13370B4EA}"/>
              </a:ext>
            </a:extLst>
          </p:cNvPr>
          <p:cNvSpPr/>
          <p:nvPr/>
        </p:nvSpPr>
        <p:spPr>
          <a:xfrm>
            <a:off x="11220931" y="1746859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Striped Right Arrow 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6DBA47AE-6363-4266-B1C2-58C5E391E804}"/>
              </a:ext>
            </a:extLst>
          </p:cNvPr>
          <p:cNvSpPr/>
          <p:nvPr/>
        </p:nvSpPr>
        <p:spPr>
          <a:xfrm rot="16200000">
            <a:off x="80162" y="5783314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sp>
        <p:nvSpPr>
          <p:cNvPr id="56" name="Striped Right Arrow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56723B9-B9FC-4F66-AC4A-ADFF37E71705}"/>
              </a:ext>
            </a:extLst>
          </p:cNvPr>
          <p:cNvSpPr/>
          <p:nvPr/>
        </p:nvSpPr>
        <p:spPr>
          <a:xfrm>
            <a:off x="644918" y="6352996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87CB624-3AED-4984-9B1D-20EF5C3D1953}"/>
              </a:ext>
            </a:extLst>
          </p:cNvPr>
          <p:cNvSpPr txBox="1"/>
          <p:nvPr/>
        </p:nvSpPr>
        <p:spPr>
          <a:xfrm>
            <a:off x="11510615" y="2581021"/>
            <a:ext cx="538221" cy="1717612"/>
          </a:xfrm>
          <a:prstGeom prst="rect">
            <a:avLst/>
          </a:prstGeom>
          <a:noFill/>
          <a:effectLst>
            <a:outerShdw blurRad="50800" dist="12700" dir="5400000" algn="ctr" rotWithShape="0">
              <a:schemeClr val="accent4">
                <a:lumMod val="20000"/>
                <a:lumOff val="80000"/>
                <a:alpha val="99000"/>
              </a:schemeClr>
            </a:outerShdw>
          </a:effectLst>
        </p:spPr>
        <p:txBody>
          <a:bodyPr vert="vert270" wrap="square" lIns="114108" tIns="57054" rIns="114108" bIns="57054" rtlCol="0">
            <a:spAutoFit/>
          </a:bodyPr>
          <a:lstStyle>
            <a:defPPr>
              <a:defRPr lang="en-US"/>
            </a:defPPr>
            <a:lvl1pPr algn="ctr" rtl="1">
              <a:defRPr sz="2000" b="1">
                <a:ln w="0"/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cs typeface="B Mitra" panose="00000400000000000000" pitchFamily="2" charset="-78"/>
              </a:defRPr>
            </a:lvl1pPr>
          </a:lstStyle>
          <a:p>
            <a:r>
              <a:rPr lang="fa-IR" dirty="0"/>
              <a:t>مثال ها</a:t>
            </a:r>
            <a:endParaRPr lang="ar-OM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B68BC1-AAB1-F679-B565-A65CC59A471E}"/>
              </a:ext>
            </a:extLst>
          </p:cNvPr>
          <p:cNvSpPr txBox="1"/>
          <p:nvPr/>
        </p:nvSpPr>
        <p:spPr>
          <a:xfrm>
            <a:off x="11189247" y="515268"/>
            <a:ext cx="809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01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D3C502-CB9E-9B1E-6410-DA52C7AC59E1}"/>
              </a:ext>
            </a:extLst>
          </p:cNvPr>
          <p:cNvSpPr txBox="1"/>
          <p:nvPr/>
        </p:nvSpPr>
        <p:spPr>
          <a:xfrm>
            <a:off x="11150201" y="1677709"/>
            <a:ext cx="852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02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A89BAD-1ABC-B25B-2BE1-1E2374CD733C}"/>
              </a:ext>
            </a:extLst>
          </p:cNvPr>
          <p:cNvSpPr txBox="1"/>
          <p:nvPr/>
        </p:nvSpPr>
        <p:spPr>
          <a:xfrm>
            <a:off x="11137005" y="4592044"/>
            <a:ext cx="860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04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AEB605-2609-4D96-201C-DDF0EE5DA8E1}"/>
              </a:ext>
            </a:extLst>
          </p:cNvPr>
          <p:cNvSpPr txBox="1"/>
          <p:nvPr/>
        </p:nvSpPr>
        <p:spPr>
          <a:xfrm>
            <a:off x="10398831" y="3252974"/>
            <a:ext cx="852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3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2B3488E-0615-CF02-48E6-CAFDDA401B80}"/>
              </a:ext>
            </a:extLst>
          </p:cNvPr>
          <p:cNvGrpSpPr/>
          <p:nvPr/>
        </p:nvGrpSpPr>
        <p:grpSpPr>
          <a:xfrm>
            <a:off x="973315" y="1399367"/>
            <a:ext cx="9222883" cy="4305694"/>
            <a:chOff x="973315" y="1399367"/>
            <a:chExt cx="7308101" cy="3411780"/>
          </a:xfrm>
        </p:grpSpPr>
        <p:sp>
          <p:nvSpPr>
            <p:cNvPr id="9" name="Freeform 1">
              <a:extLst>
                <a:ext uri="{FF2B5EF4-FFF2-40B4-BE49-F238E27FC236}">
                  <a16:creationId xmlns:a16="http://schemas.microsoft.com/office/drawing/2014/main" id="{3DEACAB4-A5D7-C6D5-FB44-D51606A46D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2537" y="1611935"/>
              <a:ext cx="1303316" cy="1477253"/>
            </a:xfrm>
            <a:custGeom>
              <a:avLst/>
              <a:gdLst>
                <a:gd name="T0" fmla="*/ 3600527 w 13312"/>
                <a:gd name="T1" fmla="*/ 3118971 h 15376"/>
                <a:gd name="T2" fmla="*/ 1800399 w 13312"/>
                <a:gd name="T3" fmla="*/ 4158718 h 15376"/>
                <a:gd name="T4" fmla="*/ 0 w 13312"/>
                <a:gd name="T5" fmla="*/ 3118971 h 15376"/>
                <a:gd name="T6" fmla="*/ 0 w 13312"/>
                <a:gd name="T7" fmla="*/ 1039747 h 15376"/>
                <a:gd name="T8" fmla="*/ 1800399 w 13312"/>
                <a:gd name="T9" fmla="*/ 0 h 15376"/>
                <a:gd name="T10" fmla="*/ 3600527 w 13312"/>
                <a:gd name="T11" fmla="*/ 1039747 h 15376"/>
                <a:gd name="T12" fmla="*/ 3600527 w 13312"/>
                <a:gd name="T13" fmla="*/ 3118971 h 153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312" h="15376">
                  <a:moveTo>
                    <a:pt x="13311" y="11531"/>
                  </a:moveTo>
                  <a:lnTo>
                    <a:pt x="6656" y="15375"/>
                  </a:lnTo>
                  <a:lnTo>
                    <a:pt x="0" y="11531"/>
                  </a:lnTo>
                  <a:lnTo>
                    <a:pt x="0" y="3844"/>
                  </a:lnTo>
                  <a:lnTo>
                    <a:pt x="6656" y="0"/>
                  </a:lnTo>
                  <a:lnTo>
                    <a:pt x="13311" y="3844"/>
                  </a:lnTo>
                  <a:lnTo>
                    <a:pt x="13311" y="11531"/>
                  </a:lnTo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wrap="none" anchor="ctr"/>
            <a:lstStyle/>
            <a:p>
              <a:endParaRPr lang="es-MX" sz="900"/>
            </a:p>
          </p:txBody>
        </p:sp>
        <p:sp>
          <p:nvSpPr>
            <p:cNvPr id="11" name="Freeform 1">
              <a:extLst>
                <a:ext uri="{FF2B5EF4-FFF2-40B4-BE49-F238E27FC236}">
                  <a16:creationId xmlns:a16="http://schemas.microsoft.com/office/drawing/2014/main" id="{EBB2938D-9429-C123-7C41-596220CD63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697" y="1611935"/>
              <a:ext cx="1302741" cy="1477253"/>
            </a:xfrm>
            <a:custGeom>
              <a:avLst/>
              <a:gdLst>
                <a:gd name="T0" fmla="*/ 3600527 w 13312"/>
                <a:gd name="T1" fmla="*/ 3118971 h 15376"/>
                <a:gd name="T2" fmla="*/ 1800399 w 13312"/>
                <a:gd name="T3" fmla="*/ 4158718 h 15376"/>
                <a:gd name="T4" fmla="*/ 0 w 13312"/>
                <a:gd name="T5" fmla="*/ 3118971 h 15376"/>
                <a:gd name="T6" fmla="*/ 0 w 13312"/>
                <a:gd name="T7" fmla="*/ 1039747 h 15376"/>
                <a:gd name="T8" fmla="*/ 1800399 w 13312"/>
                <a:gd name="T9" fmla="*/ 0 h 15376"/>
                <a:gd name="T10" fmla="*/ 3600527 w 13312"/>
                <a:gd name="T11" fmla="*/ 1039747 h 15376"/>
                <a:gd name="T12" fmla="*/ 3600527 w 13312"/>
                <a:gd name="T13" fmla="*/ 3118971 h 153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312" h="15376">
                  <a:moveTo>
                    <a:pt x="13311" y="11531"/>
                  </a:moveTo>
                  <a:lnTo>
                    <a:pt x="6656" y="15375"/>
                  </a:lnTo>
                  <a:lnTo>
                    <a:pt x="0" y="11531"/>
                  </a:lnTo>
                  <a:lnTo>
                    <a:pt x="0" y="3844"/>
                  </a:lnTo>
                  <a:lnTo>
                    <a:pt x="6656" y="0"/>
                  </a:lnTo>
                  <a:lnTo>
                    <a:pt x="13311" y="3844"/>
                  </a:lnTo>
                  <a:lnTo>
                    <a:pt x="13311" y="11531"/>
                  </a:lnTo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wrap="none" anchor="ctr"/>
            <a:lstStyle/>
            <a:p>
              <a:endParaRPr lang="es-MX" sz="900"/>
            </a:p>
          </p:txBody>
        </p:sp>
        <p:sp>
          <p:nvSpPr>
            <p:cNvPr id="12" name="Freeform 1">
              <a:extLst>
                <a:ext uri="{FF2B5EF4-FFF2-40B4-BE49-F238E27FC236}">
                  <a16:creationId xmlns:a16="http://schemas.microsoft.com/office/drawing/2014/main" id="{F02E533A-9915-4DFF-1EB0-B1E92256D1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2537" y="3089188"/>
              <a:ext cx="1303316" cy="1477253"/>
            </a:xfrm>
            <a:custGeom>
              <a:avLst/>
              <a:gdLst>
                <a:gd name="T0" fmla="*/ 13311 w 13312"/>
                <a:gd name="T1" fmla="*/ 11531 h 15376"/>
                <a:gd name="T2" fmla="*/ 6656 w 13312"/>
                <a:gd name="T3" fmla="*/ 15375 h 15376"/>
                <a:gd name="T4" fmla="*/ 0 w 13312"/>
                <a:gd name="T5" fmla="*/ 11531 h 15376"/>
                <a:gd name="T6" fmla="*/ 0 w 13312"/>
                <a:gd name="T7" fmla="*/ 3844 h 15376"/>
                <a:gd name="T8" fmla="*/ 6656 w 13312"/>
                <a:gd name="T9" fmla="*/ 0 h 15376"/>
                <a:gd name="T10" fmla="*/ 13311 w 13312"/>
                <a:gd name="T11" fmla="*/ 3844 h 15376"/>
                <a:gd name="T12" fmla="*/ 13311 w 13312"/>
                <a:gd name="T13" fmla="*/ 11531 h 15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12" h="15376">
                  <a:moveTo>
                    <a:pt x="13311" y="11531"/>
                  </a:moveTo>
                  <a:lnTo>
                    <a:pt x="6656" y="15375"/>
                  </a:lnTo>
                  <a:lnTo>
                    <a:pt x="0" y="11531"/>
                  </a:lnTo>
                  <a:lnTo>
                    <a:pt x="0" y="3844"/>
                  </a:lnTo>
                  <a:lnTo>
                    <a:pt x="6656" y="0"/>
                  </a:lnTo>
                  <a:lnTo>
                    <a:pt x="13311" y="3844"/>
                  </a:lnTo>
                  <a:lnTo>
                    <a:pt x="13311" y="11531"/>
                  </a:lnTo>
                </a:path>
              </a:pathLst>
            </a:custGeom>
            <a:solidFill>
              <a:srgbClr val="92D050"/>
            </a:solidFill>
            <a:ln>
              <a:noFill/>
            </a:ln>
            <a:effectLst/>
          </p:spPr>
          <p:txBody>
            <a:bodyPr wrap="none" anchor="ctr"/>
            <a:lstStyle/>
            <a:p>
              <a:pPr defTabSz="914217">
                <a:defRPr/>
              </a:pPr>
              <a:endParaRPr lang="en-US" sz="900">
                <a:latin typeface="Times New Roman"/>
              </a:endParaRPr>
            </a:p>
          </p:txBody>
        </p:sp>
        <p:sp>
          <p:nvSpPr>
            <p:cNvPr id="13" name="Freeform 1">
              <a:extLst>
                <a:ext uri="{FF2B5EF4-FFF2-40B4-BE49-F238E27FC236}">
                  <a16:creationId xmlns:a16="http://schemas.microsoft.com/office/drawing/2014/main" id="{03646F34-C644-5708-1BF7-E962F95294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697" y="3089188"/>
              <a:ext cx="1302741" cy="1477253"/>
            </a:xfrm>
            <a:custGeom>
              <a:avLst/>
              <a:gdLst>
                <a:gd name="T0" fmla="*/ 13311 w 13312"/>
                <a:gd name="T1" fmla="*/ 11531 h 15376"/>
                <a:gd name="T2" fmla="*/ 6656 w 13312"/>
                <a:gd name="T3" fmla="*/ 15375 h 15376"/>
                <a:gd name="T4" fmla="*/ 0 w 13312"/>
                <a:gd name="T5" fmla="*/ 11531 h 15376"/>
                <a:gd name="T6" fmla="*/ 0 w 13312"/>
                <a:gd name="T7" fmla="*/ 3844 h 15376"/>
                <a:gd name="T8" fmla="*/ 6656 w 13312"/>
                <a:gd name="T9" fmla="*/ 0 h 15376"/>
                <a:gd name="T10" fmla="*/ 13311 w 13312"/>
                <a:gd name="T11" fmla="*/ 3844 h 15376"/>
                <a:gd name="T12" fmla="*/ 13311 w 13312"/>
                <a:gd name="T13" fmla="*/ 11531 h 15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12" h="15376">
                  <a:moveTo>
                    <a:pt x="13311" y="11531"/>
                  </a:moveTo>
                  <a:lnTo>
                    <a:pt x="6656" y="15375"/>
                  </a:lnTo>
                  <a:lnTo>
                    <a:pt x="0" y="11531"/>
                  </a:lnTo>
                  <a:lnTo>
                    <a:pt x="0" y="3844"/>
                  </a:lnTo>
                  <a:lnTo>
                    <a:pt x="6656" y="0"/>
                  </a:lnTo>
                  <a:lnTo>
                    <a:pt x="13311" y="3844"/>
                  </a:lnTo>
                  <a:lnTo>
                    <a:pt x="13311" y="11531"/>
                  </a:lnTo>
                </a:path>
              </a:pathLst>
            </a:custGeom>
            <a:solidFill>
              <a:srgbClr val="92D050"/>
            </a:solidFill>
            <a:ln>
              <a:noFill/>
            </a:ln>
            <a:effectLst/>
          </p:spPr>
          <p:txBody>
            <a:bodyPr wrap="none" anchor="ctr"/>
            <a:lstStyle/>
            <a:p>
              <a:pPr defTabSz="914217">
                <a:defRPr/>
              </a:pPr>
              <a:endParaRPr lang="en-US" sz="900">
                <a:latin typeface="Times New Roman"/>
              </a:endParaRPr>
            </a:p>
          </p:txBody>
        </p:sp>
        <p:sp>
          <p:nvSpPr>
            <p:cNvPr id="14" name="Freeform 1">
              <a:extLst>
                <a:ext uri="{FF2B5EF4-FFF2-40B4-BE49-F238E27FC236}">
                  <a16:creationId xmlns:a16="http://schemas.microsoft.com/office/drawing/2014/main" id="{213A754C-C8EB-4FB9-CF28-5A95FB6F53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3315" y="2023536"/>
              <a:ext cx="502027" cy="569476"/>
            </a:xfrm>
            <a:custGeom>
              <a:avLst/>
              <a:gdLst>
                <a:gd name="T0" fmla="*/ 13311 w 13312"/>
                <a:gd name="T1" fmla="*/ 11531 h 15376"/>
                <a:gd name="T2" fmla="*/ 6656 w 13312"/>
                <a:gd name="T3" fmla="*/ 15375 h 15376"/>
                <a:gd name="T4" fmla="*/ 0 w 13312"/>
                <a:gd name="T5" fmla="*/ 11531 h 15376"/>
                <a:gd name="T6" fmla="*/ 0 w 13312"/>
                <a:gd name="T7" fmla="*/ 3844 h 15376"/>
                <a:gd name="T8" fmla="*/ 6656 w 13312"/>
                <a:gd name="T9" fmla="*/ 0 h 15376"/>
                <a:gd name="T10" fmla="*/ 13311 w 13312"/>
                <a:gd name="T11" fmla="*/ 3844 h 15376"/>
                <a:gd name="T12" fmla="*/ 13311 w 13312"/>
                <a:gd name="T13" fmla="*/ 11531 h 15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12" h="15376">
                  <a:moveTo>
                    <a:pt x="13311" y="11531"/>
                  </a:moveTo>
                  <a:lnTo>
                    <a:pt x="6656" y="15375"/>
                  </a:lnTo>
                  <a:lnTo>
                    <a:pt x="0" y="11531"/>
                  </a:lnTo>
                  <a:lnTo>
                    <a:pt x="0" y="3844"/>
                  </a:lnTo>
                  <a:lnTo>
                    <a:pt x="6656" y="0"/>
                  </a:lnTo>
                  <a:lnTo>
                    <a:pt x="13311" y="3844"/>
                  </a:lnTo>
                  <a:lnTo>
                    <a:pt x="13311" y="11531"/>
                  </a:lnTo>
                </a:path>
              </a:pathLst>
            </a:custGeom>
            <a:solidFill>
              <a:srgbClr val="92D050"/>
            </a:solidFill>
            <a:ln>
              <a:noFill/>
            </a:ln>
            <a:effectLst/>
          </p:spPr>
          <p:txBody>
            <a:bodyPr wrap="none" anchor="ctr"/>
            <a:lstStyle/>
            <a:p>
              <a:pPr defTabSz="914217">
                <a:defRPr/>
              </a:pPr>
              <a:endParaRPr lang="en-US" sz="900" dirty="0">
                <a:latin typeface="Times New Roman"/>
              </a:endParaRPr>
            </a:p>
          </p:txBody>
        </p:sp>
        <p:sp>
          <p:nvSpPr>
            <p:cNvPr id="15" name="Freeform 1">
              <a:extLst>
                <a:ext uri="{FF2B5EF4-FFF2-40B4-BE49-F238E27FC236}">
                  <a16:creationId xmlns:a16="http://schemas.microsoft.com/office/drawing/2014/main" id="{5DBB8F63-038E-C249-1B7B-6691537C3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3315" y="3602279"/>
              <a:ext cx="502027" cy="569476"/>
            </a:xfrm>
            <a:custGeom>
              <a:avLst/>
              <a:gdLst>
                <a:gd name="T0" fmla="*/ 13311 w 13312"/>
                <a:gd name="T1" fmla="*/ 11531 h 15376"/>
                <a:gd name="T2" fmla="*/ 6656 w 13312"/>
                <a:gd name="T3" fmla="*/ 15375 h 15376"/>
                <a:gd name="T4" fmla="*/ 0 w 13312"/>
                <a:gd name="T5" fmla="*/ 11531 h 15376"/>
                <a:gd name="T6" fmla="*/ 0 w 13312"/>
                <a:gd name="T7" fmla="*/ 3844 h 15376"/>
                <a:gd name="T8" fmla="*/ 6656 w 13312"/>
                <a:gd name="T9" fmla="*/ 0 h 15376"/>
                <a:gd name="T10" fmla="*/ 13311 w 13312"/>
                <a:gd name="T11" fmla="*/ 3844 h 15376"/>
                <a:gd name="T12" fmla="*/ 13311 w 13312"/>
                <a:gd name="T13" fmla="*/ 11531 h 15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12" h="15376">
                  <a:moveTo>
                    <a:pt x="13311" y="11531"/>
                  </a:moveTo>
                  <a:lnTo>
                    <a:pt x="6656" y="15375"/>
                  </a:lnTo>
                  <a:lnTo>
                    <a:pt x="0" y="11531"/>
                  </a:lnTo>
                  <a:lnTo>
                    <a:pt x="0" y="3844"/>
                  </a:lnTo>
                  <a:lnTo>
                    <a:pt x="6656" y="0"/>
                  </a:lnTo>
                  <a:lnTo>
                    <a:pt x="13311" y="3844"/>
                  </a:lnTo>
                  <a:lnTo>
                    <a:pt x="13311" y="11531"/>
                  </a:lnTo>
                </a:path>
              </a:pathLst>
            </a:custGeom>
            <a:solidFill>
              <a:srgbClr val="92D050"/>
            </a:solidFill>
            <a:ln>
              <a:noFill/>
            </a:ln>
            <a:effectLst/>
          </p:spPr>
          <p:txBody>
            <a:bodyPr wrap="none" anchor="ctr"/>
            <a:lstStyle/>
            <a:p>
              <a:pPr defTabSz="914217">
                <a:defRPr/>
              </a:pPr>
              <a:endParaRPr lang="en-US" sz="900">
                <a:latin typeface="Times New Roman"/>
              </a:endParaRPr>
            </a:p>
          </p:txBody>
        </p:sp>
        <p:sp>
          <p:nvSpPr>
            <p:cNvPr id="16" name="Freeform 1">
              <a:extLst>
                <a:ext uri="{FF2B5EF4-FFF2-40B4-BE49-F238E27FC236}">
                  <a16:creationId xmlns:a16="http://schemas.microsoft.com/office/drawing/2014/main" id="{DEAD9054-215B-0DA5-905F-4F07958AF0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78815" y="2023536"/>
              <a:ext cx="502601" cy="569476"/>
            </a:xfrm>
            <a:custGeom>
              <a:avLst/>
              <a:gdLst>
                <a:gd name="T0" fmla="*/ 13311 w 13312"/>
                <a:gd name="T1" fmla="*/ 11531 h 15376"/>
                <a:gd name="T2" fmla="*/ 6656 w 13312"/>
                <a:gd name="T3" fmla="*/ 15375 h 15376"/>
                <a:gd name="T4" fmla="*/ 0 w 13312"/>
                <a:gd name="T5" fmla="*/ 11531 h 15376"/>
                <a:gd name="T6" fmla="*/ 0 w 13312"/>
                <a:gd name="T7" fmla="*/ 3844 h 15376"/>
                <a:gd name="T8" fmla="*/ 6656 w 13312"/>
                <a:gd name="T9" fmla="*/ 0 h 15376"/>
                <a:gd name="T10" fmla="*/ 13311 w 13312"/>
                <a:gd name="T11" fmla="*/ 3844 h 15376"/>
                <a:gd name="T12" fmla="*/ 13311 w 13312"/>
                <a:gd name="T13" fmla="*/ 11531 h 15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12" h="15376">
                  <a:moveTo>
                    <a:pt x="13311" y="11531"/>
                  </a:moveTo>
                  <a:lnTo>
                    <a:pt x="6656" y="15375"/>
                  </a:lnTo>
                  <a:lnTo>
                    <a:pt x="0" y="11531"/>
                  </a:lnTo>
                  <a:lnTo>
                    <a:pt x="0" y="3844"/>
                  </a:lnTo>
                  <a:lnTo>
                    <a:pt x="6656" y="0"/>
                  </a:lnTo>
                  <a:lnTo>
                    <a:pt x="13311" y="3844"/>
                  </a:lnTo>
                  <a:lnTo>
                    <a:pt x="13311" y="11531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</p:spPr>
          <p:txBody>
            <a:bodyPr wrap="none" anchor="ctr"/>
            <a:lstStyle/>
            <a:p>
              <a:pPr defTabSz="914217">
                <a:defRPr/>
              </a:pPr>
              <a:endParaRPr lang="en-US" sz="900" dirty="0">
                <a:latin typeface="Times New Roman"/>
              </a:endParaRPr>
            </a:p>
          </p:txBody>
        </p:sp>
        <p:sp>
          <p:nvSpPr>
            <p:cNvPr id="21" name="Freeform 1">
              <a:extLst>
                <a:ext uri="{FF2B5EF4-FFF2-40B4-BE49-F238E27FC236}">
                  <a16:creationId xmlns:a16="http://schemas.microsoft.com/office/drawing/2014/main" id="{1790F70C-13EF-2321-8EB3-9784E35C08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78815" y="3602279"/>
              <a:ext cx="502601" cy="569476"/>
            </a:xfrm>
            <a:custGeom>
              <a:avLst/>
              <a:gdLst>
                <a:gd name="T0" fmla="*/ 13311 w 13312"/>
                <a:gd name="T1" fmla="*/ 11531 h 15376"/>
                <a:gd name="T2" fmla="*/ 6656 w 13312"/>
                <a:gd name="T3" fmla="*/ 15375 h 15376"/>
                <a:gd name="T4" fmla="*/ 0 w 13312"/>
                <a:gd name="T5" fmla="*/ 11531 h 15376"/>
                <a:gd name="T6" fmla="*/ 0 w 13312"/>
                <a:gd name="T7" fmla="*/ 3844 h 15376"/>
                <a:gd name="T8" fmla="*/ 6656 w 13312"/>
                <a:gd name="T9" fmla="*/ 0 h 15376"/>
                <a:gd name="T10" fmla="*/ 13311 w 13312"/>
                <a:gd name="T11" fmla="*/ 3844 h 15376"/>
                <a:gd name="T12" fmla="*/ 13311 w 13312"/>
                <a:gd name="T13" fmla="*/ 11531 h 15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12" h="15376">
                  <a:moveTo>
                    <a:pt x="13311" y="11531"/>
                  </a:moveTo>
                  <a:lnTo>
                    <a:pt x="6656" y="15375"/>
                  </a:lnTo>
                  <a:lnTo>
                    <a:pt x="0" y="11531"/>
                  </a:lnTo>
                  <a:lnTo>
                    <a:pt x="0" y="3844"/>
                  </a:lnTo>
                  <a:lnTo>
                    <a:pt x="6656" y="0"/>
                  </a:lnTo>
                  <a:lnTo>
                    <a:pt x="13311" y="3844"/>
                  </a:lnTo>
                  <a:lnTo>
                    <a:pt x="13311" y="11531"/>
                  </a:lnTo>
                </a:path>
              </a:pathLst>
            </a:custGeom>
            <a:solidFill>
              <a:srgbClr val="92D050"/>
            </a:solidFill>
            <a:ln>
              <a:noFill/>
            </a:ln>
            <a:effectLst/>
          </p:spPr>
          <p:txBody>
            <a:bodyPr wrap="none" anchor="ctr"/>
            <a:lstStyle/>
            <a:p>
              <a:pPr defTabSz="914217">
                <a:defRPr/>
              </a:pPr>
              <a:endParaRPr lang="en-US" sz="900">
                <a:latin typeface="Times New Roman"/>
              </a:endParaRPr>
            </a:p>
          </p:txBody>
        </p:sp>
        <p:sp>
          <p:nvSpPr>
            <p:cNvPr id="22" name="TextBox 5">
              <a:extLst>
                <a:ext uri="{FF2B5EF4-FFF2-40B4-BE49-F238E27FC236}">
                  <a16:creationId xmlns:a16="http://schemas.microsoft.com/office/drawing/2014/main" id="{49D0D707-2235-1CB0-0597-5890440117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1744" y="2203753"/>
              <a:ext cx="611221" cy="585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5pPr>
              <a:lvl6pPr marL="25146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6pPr>
              <a:lvl7pPr marL="29718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7pPr>
              <a:lvl8pPr marL="34290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8pPr>
              <a:lvl9pPr marL="38862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9pPr>
            </a:lstStyle>
            <a:p>
              <a:pPr lvl="0" algn="ctr" rtl="1"/>
              <a:r>
                <a:rPr lang="fa-IR" altLang="es-MX" sz="2400" b="1" dirty="0">
                  <a:solidFill>
                    <a:schemeClr val="accent1">
                      <a:lumMod val="50000"/>
                    </a:schemeClr>
                  </a:solidFill>
                  <a:latin typeface="Tahoma"/>
                  <a:ea typeface="+mn-ea"/>
                  <a:cs typeface="B Mitra" panose="00000400000000000000" pitchFamily="2" charset="-78"/>
                </a:rPr>
                <a:t>مزیت</a:t>
              </a:r>
              <a:endParaRPr lang="id-ID" altLang="es-MX" sz="2400" b="1" dirty="0">
                <a:solidFill>
                  <a:schemeClr val="accent1">
                    <a:lumMod val="50000"/>
                  </a:schemeClr>
                </a:solidFill>
                <a:latin typeface="Tahoma"/>
                <a:ea typeface="+mn-ea"/>
                <a:cs typeface="B Mitra" panose="00000400000000000000" pitchFamily="2" charset="-78"/>
              </a:endParaRPr>
            </a:p>
            <a:p>
              <a:pPr algn="ctr" rtl="1"/>
              <a:endParaRPr lang="en-US" altLang="es-MX" sz="1800" b="1" dirty="0">
                <a:solidFill>
                  <a:schemeClr val="bg1"/>
                </a:solidFill>
                <a:latin typeface="+mn-lt"/>
                <a:cs typeface="B Mitra" panose="00000400000000000000" pitchFamily="2" charset="-78"/>
              </a:endParaRPr>
            </a:p>
          </p:txBody>
        </p:sp>
        <p:sp>
          <p:nvSpPr>
            <p:cNvPr id="23" name="TextBox 32">
              <a:extLst>
                <a:ext uri="{FF2B5EF4-FFF2-40B4-BE49-F238E27FC236}">
                  <a16:creationId xmlns:a16="http://schemas.microsoft.com/office/drawing/2014/main" id="{D44D8623-F9F8-7F3C-B9AE-F9757C7A82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61822" y="1994725"/>
              <a:ext cx="1780215" cy="7316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5pPr>
              <a:lvl6pPr marL="25146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6pPr>
              <a:lvl7pPr marL="29718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7pPr>
              <a:lvl8pPr marL="34290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8pPr>
              <a:lvl9pPr marL="38862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9pPr>
            </a:lstStyle>
            <a:p>
              <a:pPr algn="just" rtl="1"/>
              <a:r>
                <a:rPr lang="fa-IR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سرویس</a:t>
              </a:r>
              <a:r>
                <a:rPr lang="ar-SA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 دیگر به بدترین حالت عملکرد</a:t>
              </a:r>
              <a:r>
                <a:rPr lang="fa-IR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ی</a:t>
              </a:r>
              <a:r>
                <a:rPr lang="ar-SA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 یا </a:t>
              </a:r>
              <a:r>
                <a:rPr lang="fa-IR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وجود</a:t>
              </a:r>
              <a:r>
                <a:rPr lang="ar-SA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 </a:t>
              </a:r>
              <a:r>
                <a:rPr lang="fa-IR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سرویس</a:t>
              </a:r>
              <a:r>
                <a:rPr lang="ar-SA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 مشتری وابسته نیست</a:t>
              </a:r>
              <a:r>
                <a:rPr lang="fa-IR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.</a:t>
              </a:r>
              <a:endParaRPr lang="en-US" sz="1400" b="1" dirty="0">
                <a:cs typeface="B Lotus" pitchFamily="2" charset="-78"/>
              </a:endParaRPr>
            </a:p>
          </p:txBody>
        </p:sp>
        <p:sp>
          <p:nvSpPr>
            <p:cNvPr id="24" name="TextBox 34">
              <a:extLst>
                <a:ext uri="{FF2B5EF4-FFF2-40B4-BE49-F238E27FC236}">
                  <a16:creationId xmlns:a16="http://schemas.microsoft.com/office/drawing/2014/main" id="{7BB3D5B2-D209-75AA-E35A-6651C20B6E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8345" y="3559371"/>
              <a:ext cx="1808789" cy="7316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5pPr>
              <a:lvl6pPr marL="25146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6pPr>
              <a:lvl7pPr marL="29718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7pPr>
              <a:lvl8pPr marL="34290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8pPr>
              <a:lvl9pPr marL="38862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9pPr>
            </a:lstStyle>
            <a:p>
              <a:pPr algn="just" rtl="1"/>
              <a:r>
                <a:rPr lang="ar-SA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این سرویس می تواند</a:t>
              </a:r>
              <a:r>
                <a:rPr lang="fa-IR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هر عملیلت داده محور را بر روی داده انجام دهد.</a:t>
              </a:r>
              <a:endParaRPr lang="en-US" sz="1400" b="1" dirty="0">
                <a:cs typeface="B Lotus" pitchFamily="2" charset="-78"/>
              </a:endParaRPr>
            </a:p>
          </p:txBody>
        </p:sp>
        <p:sp>
          <p:nvSpPr>
            <p:cNvPr id="25" name="TextBox 36">
              <a:extLst>
                <a:ext uri="{FF2B5EF4-FFF2-40B4-BE49-F238E27FC236}">
                  <a16:creationId xmlns:a16="http://schemas.microsoft.com/office/drawing/2014/main" id="{EA36285C-5344-50DD-34A2-7286DC5D34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69772" y="2015619"/>
              <a:ext cx="1809043" cy="10486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5pPr>
              <a:lvl6pPr marL="25146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6pPr>
              <a:lvl7pPr marL="29718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7pPr>
              <a:lvl8pPr marL="34290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8pPr>
              <a:lvl9pPr marL="38862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9pPr>
            </a:lstStyle>
            <a:p>
              <a:pPr algn="just" rtl="1"/>
              <a:r>
                <a:rPr lang="ar-SA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سرویس ایمیل برای کارکردن، نیاز به وجود داده های مشتری مربوطه دارد.</a:t>
              </a:r>
              <a:r>
                <a:rPr lang="fa-IR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 </a:t>
              </a:r>
              <a:r>
                <a:rPr lang="ar-SA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در بدترین حالت، مجموعه داده کامل</a:t>
              </a:r>
              <a:r>
                <a:rPr lang="fa-IR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 مشتریان</a:t>
              </a:r>
              <a:r>
                <a:rPr lang="ar-SA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 در هنگام راه اندازی بارگیری می شود</a:t>
              </a:r>
              <a:r>
                <a:rPr lang="fa-IR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.</a:t>
              </a:r>
              <a:endParaRPr lang="en-US" sz="1600" b="1" dirty="0">
                <a:cs typeface="B Lotus" pitchFamily="2" charset="-78"/>
              </a:endParaRPr>
            </a:p>
          </p:txBody>
        </p:sp>
        <p:sp>
          <p:nvSpPr>
            <p:cNvPr id="26" name="TextBox 38">
              <a:extLst>
                <a:ext uri="{FF2B5EF4-FFF2-40B4-BE49-F238E27FC236}">
                  <a16:creationId xmlns:a16="http://schemas.microsoft.com/office/drawing/2014/main" id="{FFA9C914-3AB8-72BB-2F44-1EBB57AA84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30021" y="3566131"/>
              <a:ext cx="1820854" cy="512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5pPr>
              <a:lvl6pPr marL="25146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6pPr>
              <a:lvl7pPr marL="29718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7pPr>
              <a:lvl8pPr marL="34290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8pPr>
              <a:lvl9pPr marL="38862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9pPr>
            </a:lstStyle>
            <a:p>
              <a:pPr algn="just" rtl="1"/>
              <a:r>
                <a:rPr lang="ar-SA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این سرویس می تواند رویدادها را سریعتر پردازش کند</a:t>
              </a:r>
              <a:r>
                <a:rPr lang="fa-IR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Nazanin" panose="00000400000000000000" pitchFamily="2" charset="-78"/>
                </a:rPr>
                <a:t>.</a:t>
              </a:r>
              <a:endParaRPr lang="en-US" sz="1400" b="1" dirty="0">
                <a:cs typeface="B Lotus" pitchFamily="2" charset="-78"/>
              </a:endParaRPr>
            </a:p>
          </p:txBody>
        </p:sp>
        <p:grpSp>
          <p:nvGrpSpPr>
            <p:cNvPr id="27" name="Group 55">
              <a:extLst>
                <a:ext uri="{FF2B5EF4-FFF2-40B4-BE49-F238E27FC236}">
                  <a16:creationId xmlns:a16="http://schemas.microsoft.com/office/drawing/2014/main" id="{75CE440E-EDA8-7F50-A5FA-52112324F3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24328" y="1399367"/>
              <a:ext cx="2679579" cy="640415"/>
              <a:chOff x="2918048" y="2924337"/>
              <a:chExt cx="7406194" cy="1802917"/>
            </a:xfrm>
          </p:grpSpPr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F8CC96E3-9F70-8B9D-53C2-5C345D06C570}"/>
                  </a:ext>
                </a:extLst>
              </p:cNvPr>
              <p:cNvCxnSpPr/>
              <p:nvPr/>
            </p:nvCxnSpPr>
            <p:spPr>
              <a:xfrm flipH="1">
                <a:off x="2918048" y="2924341"/>
                <a:ext cx="7406194" cy="0"/>
              </a:xfrm>
              <a:prstGeom prst="line">
                <a:avLst/>
              </a:prstGeom>
              <a:ln>
                <a:solidFill>
                  <a:srgbClr val="002060"/>
                </a:solidFill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CF45C87D-5753-8B5B-3EDB-41152A983705}"/>
                  </a:ext>
                </a:extLst>
              </p:cNvPr>
              <p:cNvCxnSpPr/>
              <p:nvPr/>
            </p:nvCxnSpPr>
            <p:spPr>
              <a:xfrm flipV="1">
                <a:off x="2923604" y="2970077"/>
                <a:ext cx="0" cy="1757177"/>
              </a:xfrm>
              <a:prstGeom prst="line">
                <a:avLst/>
              </a:prstGeom>
              <a:ln>
                <a:solidFill>
                  <a:srgbClr val="002060"/>
                </a:solidFill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76008FC4-80B5-ACDB-C211-016E92B2ED2F}"/>
                  </a:ext>
                </a:extLst>
              </p:cNvPr>
              <p:cNvCxnSpPr/>
              <p:nvPr/>
            </p:nvCxnSpPr>
            <p:spPr>
              <a:xfrm flipV="1">
                <a:off x="10307573" y="2924337"/>
                <a:ext cx="0" cy="598425"/>
              </a:xfrm>
              <a:prstGeom prst="line">
                <a:avLst/>
              </a:prstGeom>
              <a:ln>
                <a:solidFill>
                  <a:srgbClr val="002060"/>
                </a:solidFill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3" name="Group 64">
              <a:extLst>
                <a:ext uri="{FF2B5EF4-FFF2-40B4-BE49-F238E27FC236}">
                  <a16:creationId xmlns:a16="http://schemas.microsoft.com/office/drawing/2014/main" id="{58E7DCD6-4BB2-487A-C902-CEADD275417C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249154" y="1399368"/>
              <a:ext cx="2791588" cy="624168"/>
              <a:chOff x="2918048" y="2924341"/>
              <a:chExt cx="7406194" cy="1757177"/>
            </a:xfrm>
          </p:grpSpPr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E585C1E7-8352-ACED-A5D0-67B83E1D357B}"/>
                  </a:ext>
                </a:extLst>
              </p:cNvPr>
              <p:cNvCxnSpPr/>
              <p:nvPr/>
            </p:nvCxnSpPr>
            <p:spPr>
              <a:xfrm flipH="1">
                <a:off x="2918048" y="2924341"/>
                <a:ext cx="7406194" cy="0"/>
              </a:xfrm>
              <a:prstGeom prst="line">
                <a:avLst/>
              </a:prstGeom>
              <a:ln>
                <a:solidFill>
                  <a:srgbClr val="D9D9D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AF8696E9-8364-B094-DEE7-172D664EEC21}"/>
                  </a:ext>
                </a:extLst>
              </p:cNvPr>
              <p:cNvCxnSpPr/>
              <p:nvPr/>
            </p:nvCxnSpPr>
            <p:spPr>
              <a:xfrm flipV="1">
                <a:off x="2918048" y="2924341"/>
                <a:ext cx="0" cy="1757177"/>
              </a:xfrm>
              <a:prstGeom prst="line">
                <a:avLst/>
              </a:prstGeom>
              <a:ln>
                <a:solidFill>
                  <a:srgbClr val="D9D9D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113E767E-8829-6170-DE7A-DD21023F2254}"/>
                  </a:ext>
                </a:extLst>
              </p:cNvPr>
              <p:cNvCxnSpPr/>
              <p:nvPr/>
            </p:nvCxnSpPr>
            <p:spPr>
              <a:xfrm flipV="1">
                <a:off x="10324242" y="2924341"/>
                <a:ext cx="0" cy="598425"/>
              </a:xfrm>
              <a:prstGeom prst="line">
                <a:avLst/>
              </a:prstGeom>
              <a:ln>
                <a:solidFill>
                  <a:srgbClr val="D9D9D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" name="Group 45">
              <a:extLst>
                <a:ext uri="{FF2B5EF4-FFF2-40B4-BE49-F238E27FC236}">
                  <a16:creationId xmlns:a16="http://schemas.microsoft.com/office/drawing/2014/main" id="{176828C9-7825-808A-AAAC-D26B6D0B07BF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1226051" y="4171755"/>
              <a:ext cx="2680154" cy="639392"/>
              <a:chOff x="2917922" y="2924341"/>
              <a:chExt cx="7406320" cy="1550440"/>
            </a:xfrm>
          </p:grpSpPr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6F21010B-EA2E-3A37-B77D-D8FB746E4DCC}"/>
                  </a:ext>
                </a:extLst>
              </p:cNvPr>
              <p:cNvCxnSpPr/>
              <p:nvPr/>
            </p:nvCxnSpPr>
            <p:spPr>
              <a:xfrm flipH="1">
                <a:off x="2917922" y="2924341"/>
                <a:ext cx="7406320" cy="0"/>
              </a:xfrm>
              <a:prstGeom prst="line">
                <a:avLst/>
              </a:prstGeom>
              <a:ln>
                <a:solidFill>
                  <a:srgbClr val="D9D9D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6E99C291-349C-ECD3-6A40-7A350CEB26BC}"/>
                  </a:ext>
                </a:extLst>
              </p:cNvPr>
              <p:cNvCxnSpPr/>
              <p:nvPr/>
            </p:nvCxnSpPr>
            <p:spPr>
              <a:xfrm flipV="1">
                <a:off x="2918714" y="2924343"/>
                <a:ext cx="4761" cy="1550438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F59012B8-8598-A8F9-4137-E7D0B59234D8}"/>
                  </a:ext>
                </a:extLst>
              </p:cNvPr>
              <p:cNvCxnSpPr/>
              <p:nvPr/>
            </p:nvCxnSpPr>
            <p:spPr>
              <a:xfrm flipV="1">
                <a:off x="10324242" y="2924341"/>
                <a:ext cx="0" cy="598846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51">
              <a:extLst>
                <a:ext uri="{FF2B5EF4-FFF2-40B4-BE49-F238E27FC236}">
                  <a16:creationId xmlns:a16="http://schemas.microsoft.com/office/drawing/2014/main" id="{EB03B855-7C61-F473-802E-2B4D10723075}"/>
                </a:ext>
              </a:extLst>
            </p:cNvPr>
            <p:cNvGrpSpPr>
              <a:grpSpLocks/>
            </p:cNvGrpSpPr>
            <p:nvPr/>
          </p:nvGrpSpPr>
          <p:grpSpPr bwMode="auto">
            <a:xfrm flipH="1" flipV="1">
              <a:off x="5249154" y="4171755"/>
              <a:ext cx="2791588" cy="639391"/>
              <a:chOff x="2913160" y="2924341"/>
              <a:chExt cx="7411082" cy="1550438"/>
            </a:xfrm>
          </p:grpSpPr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4D3888A8-E4E0-64AA-838D-F7818C953E09}"/>
                  </a:ext>
                </a:extLst>
              </p:cNvPr>
              <p:cNvCxnSpPr/>
              <p:nvPr/>
            </p:nvCxnSpPr>
            <p:spPr>
              <a:xfrm flipH="1">
                <a:off x="2917735" y="2924341"/>
                <a:ext cx="7406507" cy="0"/>
              </a:xfrm>
              <a:prstGeom prst="line">
                <a:avLst/>
              </a:prstGeom>
              <a:ln/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126F0B30-D011-545C-8235-78EE067663EB}"/>
                  </a:ext>
                </a:extLst>
              </p:cNvPr>
              <p:cNvCxnSpPr/>
              <p:nvPr/>
            </p:nvCxnSpPr>
            <p:spPr>
              <a:xfrm flipV="1">
                <a:off x="2913160" y="2924341"/>
                <a:ext cx="4575" cy="1550438"/>
              </a:xfrm>
              <a:prstGeom prst="line">
                <a:avLst/>
              </a:prstGeom>
              <a:ln/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A086E18C-F772-8ACE-FF89-53224AA1EEC9}"/>
                  </a:ext>
                </a:extLst>
              </p:cNvPr>
              <p:cNvCxnSpPr/>
              <p:nvPr/>
            </p:nvCxnSpPr>
            <p:spPr>
              <a:xfrm flipV="1">
                <a:off x="10324242" y="2924341"/>
                <a:ext cx="0" cy="598846"/>
              </a:xfrm>
              <a:prstGeom prst="line">
                <a:avLst/>
              </a:prstGeom>
              <a:ln/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sp>
          <p:nvSpPr>
            <p:cNvPr id="36" name="TextBox 1">
              <a:extLst>
                <a:ext uri="{FF2B5EF4-FFF2-40B4-BE49-F238E27FC236}">
                  <a16:creationId xmlns:a16="http://schemas.microsoft.com/office/drawing/2014/main" id="{450F8F05-A8D3-06CA-DAB5-AE8C28AAE8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3523" y="1808150"/>
              <a:ext cx="688706" cy="3170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5pPr>
              <a:lvl6pPr marL="25146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6pPr>
              <a:lvl7pPr marL="29718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7pPr>
              <a:lvl8pPr marL="34290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8pPr>
              <a:lvl9pPr marL="38862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fa-IR" altLang="es-MX" sz="2000" b="1" dirty="0">
                  <a:solidFill>
                    <a:srgbClr val="24497D"/>
                  </a:solidFill>
                  <a:latin typeface="Times New Roman" panose="020B0503030403020204" pitchFamily="34" charset="0"/>
                  <a:cs typeface="+mj-cs"/>
                </a:rPr>
                <a:t>1</a:t>
              </a:r>
              <a:endParaRPr lang="en-US" altLang="es-MX" sz="2000" b="1" dirty="0">
                <a:solidFill>
                  <a:srgbClr val="24497D"/>
                </a:solidFill>
                <a:latin typeface="Times New Roman" panose="020B0503030403020204" pitchFamily="34" charset="0"/>
                <a:cs typeface="+mj-cs"/>
              </a:endParaRPr>
            </a:p>
          </p:txBody>
        </p:sp>
        <p:sp>
          <p:nvSpPr>
            <p:cNvPr id="42" name="TextBox 5">
              <a:extLst>
                <a:ext uri="{FF2B5EF4-FFF2-40B4-BE49-F238E27FC236}">
                  <a16:creationId xmlns:a16="http://schemas.microsoft.com/office/drawing/2014/main" id="{35DE31A3-6731-8C24-A068-F7353BF53C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4972" y="2203753"/>
              <a:ext cx="668380" cy="585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5pPr>
              <a:lvl6pPr marL="25146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6pPr>
              <a:lvl7pPr marL="29718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7pPr>
              <a:lvl8pPr marL="34290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8pPr>
              <a:lvl9pPr marL="38862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9pPr>
            </a:lstStyle>
            <a:p>
              <a:pPr lvl="0" algn="ctr" rtl="1"/>
              <a:r>
                <a:rPr lang="fa-IR" altLang="es-MX" sz="2400" b="1" dirty="0">
                  <a:solidFill>
                    <a:schemeClr val="bg1"/>
                  </a:solidFill>
                  <a:latin typeface="Tahoma"/>
                  <a:ea typeface="+mn-ea"/>
                  <a:cs typeface="B Mitra" panose="00000400000000000000" pitchFamily="2" charset="-78"/>
                </a:rPr>
                <a:t>مشکل</a:t>
              </a:r>
              <a:endParaRPr lang="id-ID" altLang="es-MX" sz="2400" b="1" dirty="0">
                <a:solidFill>
                  <a:schemeClr val="bg1"/>
                </a:solidFill>
                <a:latin typeface="Tahoma"/>
                <a:ea typeface="+mn-ea"/>
                <a:cs typeface="B Mitra" panose="00000400000000000000" pitchFamily="2" charset="-78"/>
              </a:endParaRPr>
            </a:p>
            <a:p>
              <a:pPr algn="ctr" rtl="1"/>
              <a:endParaRPr lang="en-US" altLang="es-MX" sz="1800" b="1" dirty="0">
                <a:solidFill>
                  <a:schemeClr val="bg1"/>
                </a:solidFill>
                <a:latin typeface="+mn-lt"/>
                <a:cs typeface="B Mitra" panose="00000400000000000000" pitchFamily="2" charset="-78"/>
              </a:endParaRPr>
            </a:p>
          </p:txBody>
        </p:sp>
        <p:sp>
          <p:nvSpPr>
            <p:cNvPr id="43" name="TextBox 1">
              <a:extLst>
                <a:ext uri="{FF2B5EF4-FFF2-40B4-BE49-F238E27FC236}">
                  <a16:creationId xmlns:a16="http://schemas.microsoft.com/office/drawing/2014/main" id="{4B78DA2E-0D4B-CE85-0EE3-8EA207479C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5329" y="1808150"/>
              <a:ext cx="6887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5pPr>
              <a:lvl6pPr marL="25146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6pPr>
              <a:lvl7pPr marL="29718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7pPr>
              <a:lvl8pPr marL="34290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8pPr>
              <a:lvl9pPr marL="38862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fa-IR" altLang="es-MX" sz="2000" b="1" dirty="0">
                  <a:solidFill>
                    <a:srgbClr val="FFFFFF"/>
                  </a:solidFill>
                  <a:latin typeface="Times New Roman" panose="020B0503030403020204" pitchFamily="34" charset="0"/>
                  <a:cs typeface="+mj-cs"/>
                </a:rPr>
                <a:t>1</a:t>
              </a:r>
              <a:endParaRPr lang="en-US" altLang="es-MX" sz="2000" b="1" dirty="0">
                <a:solidFill>
                  <a:srgbClr val="FFFFFF"/>
                </a:solidFill>
                <a:latin typeface="Times New Roman" panose="020B0503030403020204" pitchFamily="34" charset="0"/>
                <a:cs typeface="+mj-cs"/>
              </a:endParaRPr>
            </a:p>
          </p:txBody>
        </p:sp>
        <p:sp>
          <p:nvSpPr>
            <p:cNvPr id="44" name="TextBox 5">
              <a:extLst>
                <a:ext uri="{FF2B5EF4-FFF2-40B4-BE49-F238E27FC236}">
                  <a16:creationId xmlns:a16="http://schemas.microsoft.com/office/drawing/2014/main" id="{1210381D-9E90-3035-1B56-33F50F069F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0361" y="3612410"/>
              <a:ext cx="611220" cy="585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5pPr>
              <a:lvl6pPr marL="25146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6pPr>
              <a:lvl7pPr marL="29718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7pPr>
              <a:lvl8pPr marL="34290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8pPr>
              <a:lvl9pPr marL="38862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9pPr>
            </a:lstStyle>
            <a:p>
              <a:pPr lvl="0" algn="ctr" rtl="1"/>
              <a:r>
                <a:rPr lang="fa-IR" altLang="es-MX" sz="2400" b="1" dirty="0">
                  <a:solidFill>
                    <a:srgbClr val="002060"/>
                  </a:solidFill>
                  <a:latin typeface="Tahoma"/>
                  <a:ea typeface="+mn-ea"/>
                  <a:cs typeface="B Mitra" panose="00000400000000000000" pitchFamily="2" charset="-78"/>
                </a:rPr>
                <a:t>مزیت</a:t>
              </a:r>
            </a:p>
            <a:p>
              <a:pPr algn="ctr" rtl="1"/>
              <a:endParaRPr lang="en-US" altLang="es-MX" sz="1800" b="1" dirty="0">
                <a:solidFill>
                  <a:srgbClr val="002060"/>
                </a:solidFill>
                <a:latin typeface="+mn-lt"/>
                <a:cs typeface="B Mitra" panose="00000400000000000000" pitchFamily="2" charset="-78"/>
              </a:endParaRPr>
            </a:p>
          </p:txBody>
        </p:sp>
        <p:sp>
          <p:nvSpPr>
            <p:cNvPr id="45" name="TextBox 1">
              <a:extLst>
                <a:ext uri="{FF2B5EF4-FFF2-40B4-BE49-F238E27FC236}">
                  <a16:creationId xmlns:a16="http://schemas.microsoft.com/office/drawing/2014/main" id="{65CDF1B5-5871-85EC-60E4-912B5BC0DC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2140" y="3216807"/>
              <a:ext cx="6887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5pPr>
              <a:lvl6pPr marL="25146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6pPr>
              <a:lvl7pPr marL="29718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7pPr>
              <a:lvl8pPr marL="34290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8pPr>
              <a:lvl9pPr marL="38862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fa-IR" altLang="es-MX" sz="2000" b="1" dirty="0">
                  <a:solidFill>
                    <a:srgbClr val="002060"/>
                  </a:solidFill>
                  <a:latin typeface="Times New Roman" panose="020B0503030403020204" pitchFamily="34" charset="0"/>
                  <a:cs typeface="+mj-cs"/>
                </a:rPr>
                <a:t>3</a:t>
              </a:r>
              <a:endParaRPr lang="en-US" altLang="es-MX" sz="2000" b="1" dirty="0">
                <a:solidFill>
                  <a:srgbClr val="002060"/>
                </a:solidFill>
                <a:latin typeface="Times New Roman" panose="020B0503030403020204" pitchFamily="34" charset="0"/>
                <a:cs typeface="+mj-cs"/>
              </a:endParaRPr>
            </a:p>
          </p:txBody>
        </p:sp>
        <p:sp>
          <p:nvSpPr>
            <p:cNvPr id="46" name="TextBox 5">
              <a:extLst>
                <a:ext uri="{FF2B5EF4-FFF2-40B4-BE49-F238E27FC236}">
                  <a16:creationId xmlns:a16="http://schemas.microsoft.com/office/drawing/2014/main" id="{A2A88F36-3322-9CD6-8D7B-8E97A09CC3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3543" y="3628197"/>
              <a:ext cx="611220" cy="585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5pPr>
              <a:lvl6pPr marL="25146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6pPr>
              <a:lvl7pPr marL="29718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7pPr>
              <a:lvl8pPr marL="34290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8pPr>
              <a:lvl9pPr marL="38862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9pPr>
            </a:lstStyle>
            <a:p>
              <a:pPr lvl="0" algn="ctr" rtl="1"/>
              <a:r>
                <a:rPr lang="fa-IR" altLang="es-MX" sz="2400" b="1" dirty="0">
                  <a:solidFill>
                    <a:srgbClr val="002060"/>
                  </a:solidFill>
                  <a:latin typeface="Tahoma"/>
                  <a:ea typeface="+mn-ea"/>
                  <a:cs typeface="B Mitra" panose="00000400000000000000" pitchFamily="2" charset="-78"/>
                </a:rPr>
                <a:t>مزیت</a:t>
              </a:r>
            </a:p>
            <a:p>
              <a:pPr algn="ctr" rtl="1"/>
              <a:endParaRPr lang="en-US" altLang="es-MX" sz="1800" b="1" dirty="0">
                <a:solidFill>
                  <a:srgbClr val="002060"/>
                </a:solidFill>
                <a:latin typeface="+mn-lt"/>
                <a:cs typeface="B Mitra" panose="00000400000000000000" pitchFamily="2" charset="-78"/>
              </a:endParaRPr>
            </a:p>
          </p:txBody>
        </p:sp>
        <p:sp>
          <p:nvSpPr>
            <p:cNvPr id="48" name="TextBox 1">
              <a:extLst>
                <a:ext uri="{FF2B5EF4-FFF2-40B4-BE49-F238E27FC236}">
                  <a16:creationId xmlns:a16="http://schemas.microsoft.com/office/drawing/2014/main" id="{F80B1860-6C41-91AB-50AF-CD5F6531B0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5322" y="3232594"/>
              <a:ext cx="6887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5pPr>
              <a:lvl6pPr marL="25146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6pPr>
              <a:lvl7pPr marL="29718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7pPr>
              <a:lvl8pPr marL="34290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8pPr>
              <a:lvl9pPr marL="38862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F0302020204030203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fa-IR" altLang="es-MX" sz="2000" b="1" dirty="0">
                  <a:solidFill>
                    <a:srgbClr val="002060"/>
                  </a:solidFill>
                  <a:latin typeface="Times New Roman" panose="020B0503030403020204" pitchFamily="34" charset="0"/>
                  <a:cs typeface="+mj-cs"/>
                </a:rPr>
                <a:t>2</a:t>
              </a:r>
              <a:endParaRPr lang="en-US" altLang="es-MX" sz="2000" b="1" dirty="0">
                <a:solidFill>
                  <a:srgbClr val="002060"/>
                </a:solidFill>
                <a:latin typeface="Times New Roman" panose="020B0503030403020204" pitchFamily="34" charset="0"/>
                <a:cs typeface="+mj-cs"/>
              </a:endParaRPr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4E6ED801-0CC0-4EF5-3606-00AD378D2C36}"/>
              </a:ext>
            </a:extLst>
          </p:cNvPr>
          <p:cNvSpPr txBox="1"/>
          <p:nvPr/>
        </p:nvSpPr>
        <p:spPr>
          <a:xfrm>
            <a:off x="5236937" y="306609"/>
            <a:ext cx="5411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400" dirty="0">
                <a:solidFill>
                  <a:srgbClr val="0070C0"/>
                </a:solidFill>
                <a:cs typeface="+mj-cs"/>
              </a:rPr>
              <a:t>معایب و مزیت های رویکرد </a:t>
            </a:r>
            <a:r>
              <a:rPr lang="en-US" sz="2400" b="1" dirty="0">
                <a:solidFill>
                  <a:srgbClr val="0070C0"/>
                </a:solidFill>
                <a:cs typeface="+mj-cs"/>
              </a:rPr>
              <a:t>Stateful</a:t>
            </a:r>
          </a:p>
        </p:txBody>
      </p:sp>
    </p:spTree>
    <p:extLst>
      <p:ext uri="{BB962C8B-B14F-4D97-AF65-F5344CB8AC3E}">
        <p14:creationId xmlns:p14="http://schemas.microsoft.com/office/powerpoint/2010/main" val="34484782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D2013E-8B66-4DAC-B5BC-6F8B3065F7CB}"/>
              </a:ext>
            </a:extLst>
          </p:cNvPr>
          <p:cNvSpPr/>
          <p:nvPr/>
        </p:nvSpPr>
        <p:spPr>
          <a:xfrm>
            <a:off x="10949651" y="0"/>
            <a:ext cx="12423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Oval 5">
            <a:extLst>
              <a:ext uri="{FF2B5EF4-FFF2-40B4-BE49-F238E27FC236}">
                <a16:creationId xmlns:a16="http://schemas.microsoft.com/office/drawing/2014/main" id="{F129CDBD-19EB-44B5-8F68-3F50E4198D01}"/>
              </a:ext>
            </a:extLst>
          </p:cNvPr>
          <p:cNvSpPr/>
          <p:nvPr/>
        </p:nvSpPr>
        <p:spPr>
          <a:xfrm>
            <a:off x="10377816" y="2862802"/>
            <a:ext cx="1074211" cy="1164619"/>
          </a:xfrm>
          <a:custGeom>
            <a:avLst/>
            <a:gdLst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1066534"/>
              <a:gd name="connsiteX1" fmla="*/ 450000 w 900000"/>
              <a:gd name="connsiteY1" fmla="*/ 70413 h 1066534"/>
              <a:gd name="connsiteX2" fmla="*/ 900000 w 900000"/>
              <a:gd name="connsiteY2" fmla="*/ 520413 h 1066534"/>
              <a:gd name="connsiteX3" fmla="*/ 450000 w 900000"/>
              <a:gd name="connsiteY3" fmla="*/ 970413 h 1066534"/>
              <a:gd name="connsiteX4" fmla="*/ 0 w 900000"/>
              <a:gd name="connsiteY4" fmla="*/ 520413 h 1066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000" h="1066534">
                <a:moveTo>
                  <a:pt x="0" y="520413"/>
                </a:moveTo>
                <a:cubicBezTo>
                  <a:pt x="0" y="370413"/>
                  <a:pt x="513988" y="313481"/>
                  <a:pt x="450000" y="70413"/>
                </a:cubicBezTo>
                <a:cubicBezTo>
                  <a:pt x="386012" y="-172655"/>
                  <a:pt x="900000" y="271885"/>
                  <a:pt x="900000" y="520413"/>
                </a:cubicBezTo>
                <a:cubicBezTo>
                  <a:pt x="900000" y="768941"/>
                  <a:pt x="559631" y="635795"/>
                  <a:pt x="450000" y="970413"/>
                </a:cubicBezTo>
                <a:cubicBezTo>
                  <a:pt x="340369" y="1305031"/>
                  <a:pt x="0" y="670413"/>
                  <a:pt x="0" y="520413"/>
                </a:cubicBezTo>
                <a:close/>
              </a:path>
            </a:pathLst>
          </a:custGeom>
          <a:ln w="825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hlinkClick r:id="" action="ppaction://noaction"/>
            <a:extLst>
              <a:ext uri="{FF2B5EF4-FFF2-40B4-BE49-F238E27FC236}">
                <a16:creationId xmlns:a16="http://schemas.microsoft.com/office/drawing/2014/main" id="{3C549233-7E33-47BF-AEF1-C0427DE61477}"/>
              </a:ext>
            </a:extLst>
          </p:cNvPr>
          <p:cNvSpPr/>
          <p:nvPr/>
        </p:nvSpPr>
        <p:spPr>
          <a:xfrm>
            <a:off x="11123207" y="4541383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Rectangle 28">
            <a:hlinkClick r:id="" action="ppaction://noaction"/>
            <a:extLst>
              <a:ext uri="{FF2B5EF4-FFF2-40B4-BE49-F238E27FC236}">
                <a16:creationId xmlns:a16="http://schemas.microsoft.com/office/drawing/2014/main" id="{BA503043-78E4-4374-996F-C87222864EA7}"/>
              </a:ext>
            </a:extLst>
          </p:cNvPr>
          <p:cNvSpPr/>
          <p:nvPr/>
        </p:nvSpPr>
        <p:spPr>
          <a:xfrm>
            <a:off x="11222860" y="5831842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hlinkClick r:id="" action="ppaction://noaction"/>
            <a:extLst>
              <a:ext uri="{FF2B5EF4-FFF2-40B4-BE49-F238E27FC236}">
                <a16:creationId xmlns:a16="http://schemas.microsoft.com/office/drawing/2014/main" id="{0C2154F5-D500-4BF7-9258-A4053D785C67}"/>
              </a:ext>
            </a:extLst>
          </p:cNvPr>
          <p:cNvSpPr/>
          <p:nvPr/>
        </p:nvSpPr>
        <p:spPr>
          <a:xfrm>
            <a:off x="11244080" y="4490772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>
            <a:hlinkClick r:id="" action="ppaction://noaction"/>
            <a:extLst>
              <a:ext uri="{FF2B5EF4-FFF2-40B4-BE49-F238E27FC236}">
                <a16:creationId xmlns:a16="http://schemas.microsoft.com/office/drawing/2014/main" id="{C2716587-8DF8-4BB2-BA88-9206B5B56BF4}"/>
              </a:ext>
            </a:extLst>
          </p:cNvPr>
          <p:cNvSpPr/>
          <p:nvPr/>
        </p:nvSpPr>
        <p:spPr>
          <a:xfrm>
            <a:off x="11209355" y="5845678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>
            <a:hlinkClick r:id="rId2" action="ppaction://hlinksldjump"/>
            <a:extLst>
              <a:ext uri="{FF2B5EF4-FFF2-40B4-BE49-F238E27FC236}">
                <a16:creationId xmlns:a16="http://schemas.microsoft.com/office/drawing/2014/main" id="{FA4DBCAD-AC89-4E71-B102-6933F1B8FA91}"/>
              </a:ext>
            </a:extLst>
          </p:cNvPr>
          <p:cNvSpPr/>
          <p:nvPr/>
        </p:nvSpPr>
        <p:spPr>
          <a:xfrm>
            <a:off x="11222860" y="442177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Rectangle 46">
            <a:hlinkClick r:id="rId3" action="ppaction://hlinksldjump"/>
            <a:extLst>
              <a:ext uri="{FF2B5EF4-FFF2-40B4-BE49-F238E27FC236}">
                <a16:creationId xmlns:a16="http://schemas.microsoft.com/office/drawing/2014/main" id="{DFDC85F8-C323-4600-8371-E9A13370B4EA}"/>
              </a:ext>
            </a:extLst>
          </p:cNvPr>
          <p:cNvSpPr/>
          <p:nvPr/>
        </p:nvSpPr>
        <p:spPr>
          <a:xfrm>
            <a:off x="11220931" y="1746859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Striped Right Arrow 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6DBA47AE-6363-4266-B1C2-58C5E391E804}"/>
              </a:ext>
            </a:extLst>
          </p:cNvPr>
          <p:cNvSpPr/>
          <p:nvPr/>
        </p:nvSpPr>
        <p:spPr>
          <a:xfrm rot="16200000">
            <a:off x="80162" y="5783314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sp>
        <p:nvSpPr>
          <p:cNvPr id="56" name="Striped Right Arrow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56723B9-B9FC-4F66-AC4A-ADFF37E71705}"/>
              </a:ext>
            </a:extLst>
          </p:cNvPr>
          <p:cNvSpPr/>
          <p:nvPr/>
        </p:nvSpPr>
        <p:spPr>
          <a:xfrm>
            <a:off x="644918" y="6352996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87CB624-3AED-4984-9B1D-20EF5C3D1953}"/>
              </a:ext>
            </a:extLst>
          </p:cNvPr>
          <p:cNvSpPr txBox="1"/>
          <p:nvPr/>
        </p:nvSpPr>
        <p:spPr>
          <a:xfrm>
            <a:off x="11510615" y="2581021"/>
            <a:ext cx="538221" cy="1717612"/>
          </a:xfrm>
          <a:prstGeom prst="rect">
            <a:avLst/>
          </a:prstGeom>
          <a:noFill/>
          <a:effectLst>
            <a:outerShdw blurRad="50800" dist="12700" dir="5400000" algn="ctr" rotWithShape="0">
              <a:schemeClr val="accent4">
                <a:lumMod val="20000"/>
                <a:lumOff val="80000"/>
                <a:alpha val="99000"/>
              </a:schemeClr>
            </a:outerShdw>
          </a:effectLst>
        </p:spPr>
        <p:txBody>
          <a:bodyPr vert="vert270" wrap="square" lIns="114108" tIns="57054" rIns="114108" bIns="57054" rtlCol="0">
            <a:spAutoFit/>
          </a:bodyPr>
          <a:lstStyle>
            <a:defPPr>
              <a:defRPr lang="en-US"/>
            </a:defPPr>
            <a:lvl1pPr algn="ctr" rtl="1">
              <a:defRPr sz="2000" b="1">
                <a:ln w="0"/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cs typeface="B Mitra" panose="00000400000000000000" pitchFamily="2" charset="-78"/>
              </a:defRPr>
            </a:lvl1pPr>
          </a:lstStyle>
          <a:p>
            <a:r>
              <a:rPr lang="fa-IR" dirty="0"/>
              <a:t>مقایسه</a:t>
            </a:r>
            <a:endParaRPr lang="ar-OM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B68BC1-AAB1-F679-B565-A65CC59A471E}"/>
              </a:ext>
            </a:extLst>
          </p:cNvPr>
          <p:cNvSpPr txBox="1"/>
          <p:nvPr/>
        </p:nvSpPr>
        <p:spPr>
          <a:xfrm>
            <a:off x="11189247" y="515268"/>
            <a:ext cx="809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01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D3C502-CB9E-9B1E-6410-DA52C7AC59E1}"/>
              </a:ext>
            </a:extLst>
          </p:cNvPr>
          <p:cNvSpPr txBox="1"/>
          <p:nvPr/>
        </p:nvSpPr>
        <p:spPr>
          <a:xfrm>
            <a:off x="11150201" y="1677709"/>
            <a:ext cx="852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02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A89BAD-1ABC-B25B-2BE1-1E2374CD733C}"/>
              </a:ext>
            </a:extLst>
          </p:cNvPr>
          <p:cNvSpPr txBox="1"/>
          <p:nvPr/>
        </p:nvSpPr>
        <p:spPr>
          <a:xfrm>
            <a:off x="11137005" y="4592044"/>
            <a:ext cx="860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04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AEB605-2609-4D96-201C-DDF0EE5DA8E1}"/>
              </a:ext>
            </a:extLst>
          </p:cNvPr>
          <p:cNvSpPr txBox="1"/>
          <p:nvPr/>
        </p:nvSpPr>
        <p:spPr>
          <a:xfrm>
            <a:off x="10398831" y="3252974"/>
            <a:ext cx="852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3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E6ED801-0CC0-4EF5-3606-00AD378D2C36}"/>
              </a:ext>
            </a:extLst>
          </p:cNvPr>
          <p:cNvSpPr txBox="1"/>
          <p:nvPr/>
        </p:nvSpPr>
        <p:spPr>
          <a:xfrm>
            <a:off x="4148919" y="306609"/>
            <a:ext cx="6499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400" dirty="0">
                <a:solidFill>
                  <a:srgbClr val="0070C0"/>
                </a:solidFill>
                <a:cs typeface="+mj-cs"/>
              </a:rPr>
              <a:t>مقایسه</a:t>
            </a:r>
            <a:r>
              <a:rPr lang="en-US" sz="2400" b="1" dirty="0">
                <a:solidFill>
                  <a:srgbClr val="0070C0"/>
                </a:solidFill>
                <a:cs typeface="+mj-cs"/>
              </a:rPr>
              <a:t>Stateful Streaming </a:t>
            </a:r>
            <a:r>
              <a:rPr lang="fa-IR" sz="24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fa-IR" sz="2400" dirty="0">
                <a:solidFill>
                  <a:srgbClr val="0070C0"/>
                </a:solidFill>
                <a:cs typeface="+mj-cs"/>
              </a:rPr>
              <a:t>و </a:t>
            </a:r>
            <a:r>
              <a:rPr lang="en-US" sz="2400" b="1" dirty="0">
                <a:solidFill>
                  <a:srgbClr val="0070C0"/>
                </a:solidFill>
                <a:cs typeface="+mj-cs"/>
              </a:rPr>
              <a:t>Request Response</a:t>
            </a: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BD3F4AE3-E207-6FB7-167E-642327CEA9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7162" y="3458282"/>
            <a:ext cx="7725853" cy="2972215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F73ABC19-4985-2C22-CB7D-BF4106E29E18}"/>
              </a:ext>
            </a:extLst>
          </p:cNvPr>
          <p:cNvSpPr txBox="1"/>
          <p:nvPr/>
        </p:nvSpPr>
        <p:spPr>
          <a:xfrm>
            <a:off x="739973" y="1161599"/>
            <a:ext cx="9277484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ar-SA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در یک مدل </a:t>
            </a:r>
            <a:r>
              <a:rPr lang="fa-IR" b="1" dirty="0"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درخواست-پاسخ</a:t>
            </a:r>
            <a:r>
              <a:rPr lang="ar-SA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 و بدون حالت، </a:t>
            </a:r>
            <a:r>
              <a:rPr lang="fa-IR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برای نمایش </a:t>
            </a:r>
            <a:r>
              <a:rPr lang="ar-SA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هر ردیف</a:t>
            </a:r>
            <a:r>
              <a:rPr lang="fa-IR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 داده</a:t>
            </a:r>
            <a:r>
              <a:rPr lang="ar-SA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 روی صفحه نیاز به تماس با هر سه سرویس دارد</a:t>
            </a:r>
            <a:r>
              <a:rPr lang="fa-IR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.</a:t>
            </a:r>
          </a:p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a-IR" b="1" dirty="0"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در مدل استریم،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Api</a:t>
            </a:r>
            <a:r>
              <a:rPr lang="fa-IR" b="1" dirty="0"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 بر روی جریان از رویدادهای ورودی:</a:t>
            </a:r>
          </a:p>
          <a:p>
            <a:pPr lvl="1" algn="r" rtl="1">
              <a:lnSpc>
                <a:spcPct val="150000"/>
              </a:lnSpc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SELECT * FROM orders, payments, customers WHERE …</a:t>
            </a:r>
          </a:p>
          <a:p>
            <a:pPr lvl="1" algn="r" rtl="1">
              <a:lnSpc>
                <a:spcPct val="150000"/>
              </a:lnSpc>
            </a:pPr>
            <a:r>
              <a:rPr lang="fa-IR" b="1" dirty="0"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و نتیجه را به صورت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local</a:t>
            </a:r>
            <a:r>
              <a:rPr lang="fa-IR" b="1" dirty="0"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 ذخیره می کند.</a:t>
            </a:r>
            <a:endParaRPr lang="fa-IR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Nazanin" panose="00000400000000000000" pitchFamily="2" charset="-78"/>
            </a:endParaRPr>
          </a:p>
          <a:p>
            <a:pPr marL="285750" indent="-285750" algn="r" rtl="1"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5249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D2013E-8B66-4DAC-B5BC-6F8B3065F7CB}"/>
              </a:ext>
            </a:extLst>
          </p:cNvPr>
          <p:cNvSpPr/>
          <p:nvPr/>
        </p:nvSpPr>
        <p:spPr>
          <a:xfrm>
            <a:off x="10949651" y="0"/>
            <a:ext cx="12423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Oval 5">
            <a:extLst>
              <a:ext uri="{FF2B5EF4-FFF2-40B4-BE49-F238E27FC236}">
                <a16:creationId xmlns:a16="http://schemas.microsoft.com/office/drawing/2014/main" id="{F129CDBD-19EB-44B5-8F68-3F50E4198D01}"/>
              </a:ext>
            </a:extLst>
          </p:cNvPr>
          <p:cNvSpPr/>
          <p:nvPr/>
        </p:nvSpPr>
        <p:spPr>
          <a:xfrm>
            <a:off x="10377816" y="2862802"/>
            <a:ext cx="1074211" cy="1164619"/>
          </a:xfrm>
          <a:custGeom>
            <a:avLst/>
            <a:gdLst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1066534"/>
              <a:gd name="connsiteX1" fmla="*/ 450000 w 900000"/>
              <a:gd name="connsiteY1" fmla="*/ 70413 h 1066534"/>
              <a:gd name="connsiteX2" fmla="*/ 900000 w 900000"/>
              <a:gd name="connsiteY2" fmla="*/ 520413 h 1066534"/>
              <a:gd name="connsiteX3" fmla="*/ 450000 w 900000"/>
              <a:gd name="connsiteY3" fmla="*/ 970413 h 1066534"/>
              <a:gd name="connsiteX4" fmla="*/ 0 w 900000"/>
              <a:gd name="connsiteY4" fmla="*/ 520413 h 1066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000" h="1066534">
                <a:moveTo>
                  <a:pt x="0" y="520413"/>
                </a:moveTo>
                <a:cubicBezTo>
                  <a:pt x="0" y="370413"/>
                  <a:pt x="513988" y="313481"/>
                  <a:pt x="450000" y="70413"/>
                </a:cubicBezTo>
                <a:cubicBezTo>
                  <a:pt x="386012" y="-172655"/>
                  <a:pt x="900000" y="271885"/>
                  <a:pt x="900000" y="520413"/>
                </a:cubicBezTo>
                <a:cubicBezTo>
                  <a:pt x="900000" y="768941"/>
                  <a:pt x="559631" y="635795"/>
                  <a:pt x="450000" y="970413"/>
                </a:cubicBezTo>
                <a:cubicBezTo>
                  <a:pt x="340369" y="1305031"/>
                  <a:pt x="0" y="670413"/>
                  <a:pt x="0" y="520413"/>
                </a:cubicBezTo>
                <a:close/>
              </a:path>
            </a:pathLst>
          </a:custGeom>
          <a:ln w="825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hlinkClick r:id="" action="ppaction://noaction"/>
            <a:extLst>
              <a:ext uri="{FF2B5EF4-FFF2-40B4-BE49-F238E27FC236}">
                <a16:creationId xmlns:a16="http://schemas.microsoft.com/office/drawing/2014/main" id="{3C549233-7E33-47BF-AEF1-C0427DE61477}"/>
              </a:ext>
            </a:extLst>
          </p:cNvPr>
          <p:cNvSpPr/>
          <p:nvPr/>
        </p:nvSpPr>
        <p:spPr>
          <a:xfrm>
            <a:off x="11123207" y="4541383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Rectangle 28">
            <a:hlinkClick r:id="" action="ppaction://noaction"/>
            <a:extLst>
              <a:ext uri="{FF2B5EF4-FFF2-40B4-BE49-F238E27FC236}">
                <a16:creationId xmlns:a16="http://schemas.microsoft.com/office/drawing/2014/main" id="{BA503043-78E4-4374-996F-C87222864EA7}"/>
              </a:ext>
            </a:extLst>
          </p:cNvPr>
          <p:cNvSpPr/>
          <p:nvPr/>
        </p:nvSpPr>
        <p:spPr>
          <a:xfrm>
            <a:off x="11222860" y="5831842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hlinkClick r:id="" action="ppaction://noaction"/>
            <a:extLst>
              <a:ext uri="{FF2B5EF4-FFF2-40B4-BE49-F238E27FC236}">
                <a16:creationId xmlns:a16="http://schemas.microsoft.com/office/drawing/2014/main" id="{0C2154F5-D500-4BF7-9258-A4053D785C67}"/>
              </a:ext>
            </a:extLst>
          </p:cNvPr>
          <p:cNvSpPr/>
          <p:nvPr/>
        </p:nvSpPr>
        <p:spPr>
          <a:xfrm>
            <a:off x="11244080" y="4490772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>
            <a:hlinkClick r:id="" action="ppaction://noaction"/>
            <a:extLst>
              <a:ext uri="{FF2B5EF4-FFF2-40B4-BE49-F238E27FC236}">
                <a16:creationId xmlns:a16="http://schemas.microsoft.com/office/drawing/2014/main" id="{C2716587-8DF8-4BB2-BA88-9206B5B56BF4}"/>
              </a:ext>
            </a:extLst>
          </p:cNvPr>
          <p:cNvSpPr/>
          <p:nvPr/>
        </p:nvSpPr>
        <p:spPr>
          <a:xfrm>
            <a:off x="11209355" y="5845678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>
            <a:hlinkClick r:id="rId2" action="ppaction://hlinksldjump"/>
            <a:extLst>
              <a:ext uri="{FF2B5EF4-FFF2-40B4-BE49-F238E27FC236}">
                <a16:creationId xmlns:a16="http://schemas.microsoft.com/office/drawing/2014/main" id="{FA4DBCAD-AC89-4E71-B102-6933F1B8FA91}"/>
              </a:ext>
            </a:extLst>
          </p:cNvPr>
          <p:cNvSpPr/>
          <p:nvPr/>
        </p:nvSpPr>
        <p:spPr>
          <a:xfrm>
            <a:off x="11222860" y="442177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Rectangle 46">
            <a:hlinkClick r:id="rId3" action="ppaction://hlinksldjump"/>
            <a:extLst>
              <a:ext uri="{FF2B5EF4-FFF2-40B4-BE49-F238E27FC236}">
                <a16:creationId xmlns:a16="http://schemas.microsoft.com/office/drawing/2014/main" id="{DFDC85F8-C323-4600-8371-E9A13370B4EA}"/>
              </a:ext>
            </a:extLst>
          </p:cNvPr>
          <p:cNvSpPr/>
          <p:nvPr/>
        </p:nvSpPr>
        <p:spPr>
          <a:xfrm>
            <a:off x="11220931" y="1746859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Striped Right Arrow 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6DBA47AE-6363-4266-B1C2-58C5E391E804}"/>
              </a:ext>
            </a:extLst>
          </p:cNvPr>
          <p:cNvSpPr/>
          <p:nvPr/>
        </p:nvSpPr>
        <p:spPr>
          <a:xfrm rot="16200000">
            <a:off x="80162" y="5783314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sp>
        <p:nvSpPr>
          <p:cNvPr id="56" name="Striped Right Arrow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56723B9-B9FC-4F66-AC4A-ADFF37E71705}"/>
              </a:ext>
            </a:extLst>
          </p:cNvPr>
          <p:cNvSpPr/>
          <p:nvPr/>
        </p:nvSpPr>
        <p:spPr>
          <a:xfrm>
            <a:off x="644918" y="6352996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87CB624-3AED-4984-9B1D-20EF5C3D1953}"/>
              </a:ext>
            </a:extLst>
          </p:cNvPr>
          <p:cNvSpPr txBox="1"/>
          <p:nvPr/>
        </p:nvSpPr>
        <p:spPr>
          <a:xfrm>
            <a:off x="11510615" y="2581021"/>
            <a:ext cx="538221" cy="1717612"/>
          </a:xfrm>
          <a:prstGeom prst="rect">
            <a:avLst/>
          </a:prstGeom>
          <a:noFill/>
          <a:effectLst>
            <a:outerShdw blurRad="50800" dist="12700" dir="5400000" algn="ctr" rotWithShape="0">
              <a:schemeClr val="accent4">
                <a:lumMod val="20000"/>
                <a:lumOff val="80000"/>
                <a:alpha val="99000"/>
              </a:schemeClr>
            </a:outerShdw>
          </a:effectLst>
        </p:spPr>
        <p:txBody>
          <a:bodyPr vert="vert270" wrap="square" lIns="114108" tIns="57054" rIns="114108" bIns="57054" rtlCol="0">
            <a:spAutoFit/>
          </a:bodyPr>
          <a:lstStyle>
            <a:defPPr>
              <a:defRPr lang="en-US"/>
            </a:defPPr>
            <a:lvl1pPr algn="ctr" rtl="1">
              <a:defRPr sz="2000" b="1">
                <a:ln w="0"/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cs typeface="B Mitra" panose="00000400000000000000" pitchFamily="2" charset="-78"/>
              </a:defRPr>
            </a:lvl1pPr>
          </a:lstStyle>
          <a:p>
            <a:r>
              <a:rPr lang="fa-IR" dirty="0"/>
              <a:t>مقایسه</a:t>
            </a:r>
            <a:endParaRPr lang="ar-OM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B68BC1-AAB1-F679-B565-A65CC59A471E}"/>
              </a:ext>
            </a:extLst>
          </p:cNvPr>
          <p:cNvSpPr txBox="1"/>
          <p:nvPr/>
        </p:nvSpPr>
        <p:spPr>
          <a:xfrm>
            <a:off x="11189247" y="515268"/>
            <a:ext cx="809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01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D3C502-CB9E-9B1E-6410-DA52C7AC59E1}"/>
              </a:ext>
            </a:extLst>
          </p:cNvPr>
          <p:cNvSpPr txBox="1"/>
          <p:nvPr/>
        </p:nvSpPr>
        <p:spPr>
          <a:xfrm>
            <a:off x="11150201" y="1677709"/>
            <a:ext cx="852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02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A89BAD-1ABC-B25B-2BE1-1E2374CD733C}"/>
              </a:ext>
            </a:extLst>
          </p:cNvPr>
          <p:cNvSpPr txBox="1"/>
          <p:nvPr/>
        </p:nvSpPr>
        <p:spPr>
          <a:xfrm>
            <a:off x="11137005" y="4592044"/>
            <a:ext cx="860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04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AEB605-2609-4D96-201C-DDF0EE5DA8E1}"/>
              </a:ext>
            </a:extLst>
          </p:cNvPr>
          <p:cNvSpPr txBox="1"/>
          <p:nvPr/>
        </p:nvSpPr>
        <p:spPr>
          <a:xfrm>
            <a:off x="10398831" y="3252974"/>
            <a:ext cx="852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3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E6ED801-0CC0-4EF5-3606-00AD378D2C36}"/>
              </a:ext>
            </a:extLst>
          </p:cNvPr>
          <p:cNvSpPr txBox="1"/>
          <p:nvPr/>
        </p:nvSpPr>
        <p:spPr>
          <a:xfrm>
            <a:off x="4148919" y="306609"/>
            <a:ext cx="6499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400" b="1" dirty="0">
                <a:solidFill>
                  <a:srgbClr val="0070C0"/>
                </a:solidFill>
                <a:cs typeface="+mj-cs"/>
              </a:rPr>
              <a:t>استفاده از </a:t>
            </a:r>
            <a:r>
              <a:rPr lang="en-US" sz="2400" b="1" dirty="0">
                <a:solidFill>
                  <a:srgbClr val="0070C0"/>
                </a:solidFill>
                <a:cs typeface="+mj-cs"/>
              </a:rPr>
              <a:t>Stateful</a:t>
            </a:r>
            <a:r>
              <a:rPr lang="fa-IR" sz="2400" b="1" dirty="0">
                <a:solidFill>
                  <a:srgbClr val="0070C0"/>
                </a:solidFill>
                <a:cs typeface="+mj-cs"/>
              </a:rPr>
              <a:t> در</a:t>
            </a:r>
            <a:r>
              <a:rPr lang="en-US" sz="2400" b="1" dirty="0">
                <a:solidFill>
                  <a:srgbClr val="0070C0"/>
                </a:solidFill>
                <a:cs typeface="+mj-cs"/>
              </a:rPr>
              <a:t> Real world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73ABC19-4985-2C22-CB7D-BF4106E29E18}"/>
              </a:ext>
            </a:extLst>
          </p:cNvPr>
          <p:cNvSpPr txBox="1"/>
          <p:nvPr/>
        </p:nvSpPr>
        <p:spPr>
          <a:xfrm>
            <a:off x="739973" y="1161599"/>
            <a:ext cx="927748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a-IR" b="1" dirty="0"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چالش : هنگام ایجاد یک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node</a:t>
            </a:r>
            <a:r>
              <a:rPr lang="fa-IR" b="1" dirty="0"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 جدید تمام مؤلفه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stateful</a:t>
            </a:r>
            <a:r>
              <a:rPr lang="fa-IR" b="1" dirty="0">
                <a:latin typeface="Calibri" panose="020F0502020204030204" pitchFamily="34" charset="0"/>
                <a:ea typeface="Calibri" panose="020F0502020204030204" pitchFamily="34" charset="0"/>
                <a:cs typeface="Nazanin" panose="00000400000000000000" pitchFamily="2" charset="-78"/>
              </a:rPr>
              <a:t> باید بارگزاری شوند.</a:t>
            </a:r>
            <a:endParaRPr lang="fa-IR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Nazanin" panose="00000400000000000000" pitchFamily="2" charset="-78"/>
            </a:endParaRPr>
          </a:p>
          <a:p>
            <a:pPr marL="285750" indent="-285750" algn="r" rtl="1"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660085-93CC-FE95-BA6D-8B3BB1CCFC2A}"/>
              </a:ext>
            </a:extLst>
          </p:cNvPr>
          <p:cNvSpPr txBox="1"/>
          <p:nvPr/>
        </p:nvSpPr>
        <p:spPr>
          <a:xfrm>
            <a:off x="506692" y="1624165"/>
            <a:ext cx="9277484" cy="1719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en-US" b="1" dirty="0"/>
              <a:t>Kafka Streams</a:t>
            </a:r>
            <a:r>
              <a:rPr lang="ar-SA" b="1" dirty="0"/>
              <a:t> سه مکانیسم را برای عملی کردن </a:t>
            </a:r>
            <a:r>
              <a:rPr lang="en-US" b="1" dirty="0"/>
              <a:t>stateful</a:t>
            </a:r>
            <a:r>
              <a:rPr lang="fa-IR" b="1" dirty="0"/>
              <a:t> </a:t>
            </a:r>
            <a:r>
              <a:rPr lang="ar-SA" b="1" dirty="0"/>
              <a:t>ارائه می کند</a:t>
            </a:r>
            <a:r>
              <a:rPr lang="fa-IR" b="1" dirty="0"/>
              <a:t>:</a:t>
            </a:r>
          </a:p>
          <a:p>
            <a:pPr marL="857250" lvl="1" indent="-400050" algn="r" rtl="1">
              <a:lnSpc>
                <a:spcPct val="150000"/>
              </a:lnSpc>
              <a:buFont typeface="+mj-lt"/>
              <a:buAutoNum type="romanUcPeriod"/>
            </a:pPr>
            <a:r>
              <a:rPr lang="en-US" b="1" dirty="0"/>
              <a:t>standby replicas</a:t>
            </a:r>
          </a:p>
          <a:p>
            <a:pPr marL="857250" lvl="1" indent="-400050" algn="r" rtl="1">
              <a:lnSpc>
                <a:spcPct val="150000"/>
              </a:lnSpc>
              <a:buFont typeface="+mj-lt"/>
              <a:buAutoNum type="romanUcPeriod"/>
            </a:pPr>
            <a:r>
              <a:rPr lang="en-US" b="1" dirty="0"/>
              <a:t>Disk checkpoint</a:t>
            </a:r>
            <a:endParaRPr lang="en-US" dirty="0"/>
          </a:p>
          <a:p>
            <a:pPr marL="857250" lvl="1" indent="-400050" algn="r" rtl="1">
              <a:lnSpc>
                <a:spcPct val="150000"/>
              </a:lnSpc>
              <a:buFont typeface="+mj-lt"/>
              <a:buAutoNum type="romanUcPeriod"/>
            </a:pPr>
            <a:r>
              <a:rPr lang="en-US" b="1" dirty="0"/>
              <a:t>Compacted topics</a:t>
            </a:r>
            <a:endParaRPr lang="fa-IR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79E77D-F9F9-57BE-5DE3-3FF40BC52600}"/>
              </a:ext>
            </a:extLst>
          </p:cNvPr>
          <p:cNvSpPr txBox="1"/>
          <p:nvPr/>
        </p:nvSpPr>
        <p:spPr>
          <a:xfrm>
            <a:off x="845937" y="3630921"/>
            <a:ext cx="9277484" cy="1719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a-IR" b="1" dirty="0"/>
              <a:t>برنامه های </a:t>
            </a:r>
            <a:r>
              <a:rPr lang="en-US" b="1" dirty="0"/>
              <a:t>event-driven</a:t>
            </a:r>
            <a:r>
              <a:rPr lang="fa-IR" b="1" dirty="0"/>
              <a:t> از یک استریم ورودی استفاده می کنند.</a:t>
            </a:r>
          </a:p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a-IR" b="1" dirty="0"/>
              <a:t>برنامه های استریم از یک یا چند استریم ورودی استفاده می کنند.</a:t>
            </a:r>
          </a:p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a-IR" b="1" dirty="0"/>
              <a:t>برنامه های استریمی </a:t>
            </a:r>
            <a:r>
              <a:rPr lang="en-US" b="1" dirty="0"/>
              <a:t>stateful</a:t>
            </a:r>
            <a:r>
              <a:rPr lang="fa-IR" b="1" dirty="0"/>
              <a:t> از چند استریم ها برای ساخت جداول و ذخیره در </a:t>
            </a:r>
            <a:r>
              <a:rPr lang="en-US" b="1" dirty="0"/>
              <a:t>log </a:t>
            </a:r>
            <a:r>
              <a:rPr lang="fa-IR" b="1" dirty="0"/>
              <a:t>ها استفاده می کنند.</a:t>
            </a:r>
          </a:p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fa-IR" b="1" dirty="0"/>
          </a:p>
        </p:txBody>
      </p:sp>
    </p:spTree>
    <p:extLst>
      <p:ext uri="{BB962C8B-B14F-4D97-AF65-F5344CB8AC3E}">
        <p14:creationId xmlns:p14="http://schemas.microsoft.com/office/powerpoint/2010/main" val="9921175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  <p:bldP spid="4" grpId="0"/>
      <p:bldP spid="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5">
            <a:extLst>
              <a:ext uri="{FF2B5EF4-FFF2-40B4-BE49-F238E27FC236}">
                <a16:creationId xmlns:a16="http://schemas.microsoft.com/office/drawing/2014/main" id="{37ECAAD8-9B74-4322-A2D6-0AA41C128BDA}"/>
              </a:ext>
            </a:extLst>
          </p:cNvPr>
          <p:cNvSpPr/>
          <p:nvPr/>
        </p:nvSpPr>
        <p:spPr>
          <a:xfrm>
            <a:off x="8940661" y="2213991"/>
            <a:ext cx="2880000" cy="3240000"/>
          </a:xfrm>
          <a:custGeom>
            <a:avLst/>
            <a:gdLst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1066534"/>
              <a:gd name="connsiteX1" fmla="*/ 450000 w 900000"/>
              <a:gd name="connsiteY1" fmla="*/ 70413 h 1066534"/>
              <a:gd name="connsiteX2" fmla="*/ 900000 w 900000"/>
              <a:gd name="connsiteY2" fmla="*/ 520413 h 1066534"/>
              <a:gd name="connsiteX3" fmla="*/ 450000 w 900000"/>
              <a:gd name="connsiteY3" fmla="*/ 970413 h 1066534"/>
              <a:gd name="connsiteX4" fmla="*/ 0 w 900000"/>
              <a:gd name="connsiteY4" fmla="*/ 520413 h 1066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000" h="1066534">
                <a:moveTo>
                  <a:pt x="0" y="520413"/>
                </a:moveTo>
                <a:cubicBezTo>
                  <a:pt x="0" y="370413"/>
                  <a:pt x="513988" y="313481"/>
                  <a:pt x="450000" y="70413"/>
                </a:cubicBezTo>
                <a:cubicBezTo>
                  <a:pt x="386012" y="-172655"/>
                  <a:pt x="900000" y="271885"/>
                  <a:pt x="900000" y="520413"/>
                </a:cubicBezTo>
                <a:cubicBezTo>
                  <a:pt x="900000" y="768941"/>
                  <a:pt x="559631" y="635795"/>
                  <a:pt x="450000" y="970413"/>
                </a:cubicBezTo>
                <a:cubicBezTo>
                  <a:pt x="340369" y="1305031"/>
                  <a:pt x="0" y="670413"/>
                  <a:pt x="0" y="520413"/>
                </a:cubicBezTo>
                <a:close/>
              </a:path>
            </a:pathLst>
          </a:custGeom>
          <a:ln w="825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CF94A50-C641-4256-9258-EB7BAC77708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fa-IR" dirty="0"/>
              <a:t>جمع بندی</a:t>
            </a:r>
            <a:endParaRPr lang="ar-OM" dirty="0"/>
          </a:p>
        </p:txBody>
      </p:sp>
      <p:sp>
        <p:nvSpPr>
          <p:cNvPr id="14" name="Google Shape;4326;p55">
            <a:hlinkClick r:id="rId2" action="ppaction://hlinksldjump"/>
            <a:extLst>
              <a:ext uri="{FF2B5EF4-FFF2-40B4-BE49-F238E27FC236}">
                <a16:creationId xmlns:a16="http://schemas.microsoft.com/office/drawing/2014/main" id="{4FB3B383-4269-4B80-9FEE-4BD9C7DF4481}"/>
              </a:ext>
            </a:extLst>
          </p:cNvPr>
          <p:cNvSpPr/>
          <p:nvPr/>
        </p:nvSpPr>
        <p:spPr>
          <a:xfrm>
            <a:off x="11196893" y="6387218"/>
            <a:ext cx="482052" cy="421088"/>
          </a:xfrm>
          <a:custGeom>
            <a:avLst/>
            <a:gdLst/>
            <a:ahLst/>
            <a:cxnLst/>
            <a:rect l="l" t="t" r="r" b="b"/>
            <a:pathLst>
              <a:path w="11217" h="10342" extrusionOk="0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rgbClr val="003964"/>
          </a:solidFill>
          <a:ln>
            <a:solidFill>
              <a:srgbClr val="003964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Arrow: Chevron 1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FE6680A-2029-49D0-B29E-968D8F3AA60C}"/>
              </a:ext>
            </a:extLst>
          </p:cNvPr>
          <p:cNvSpPr/>
          <p:nvPr/>
        </p:nvSpPr>
        <p:spPr>
          <a:xfrm>
            <a:off x="11776075" y="6457950"/>
            <a:ext cx="292100" cy="350356"/>
          </a:xfrm>
          <a:prstGeom prst="chevron">
            <a:avLst/>
          </a:prstGeom>
          <a:solidFill>
            <a:srgbClr val="3494B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6" name="Arrow: Chevron 1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6C73416F-E029-49D2-AD9A-77EF88151A67}"/>
              </a:ext>
            </a:extLst>
          </p:cNvPr>
          <p:cNvSpPr/>
          <p:nvPr/>
        </p:nvSpPr>
        <p:spPr>
          <a:xfrm flipH="1">
            <a:off x="10807663" y="6457950"/>
            <a:ext cx="292100" cy="350356"/>
          </a:xfrm>
          <a:prstGeom prst="chevron">
            <a:avLst/>
          </a:prstGeom>
          <a:solidFill>
            <a:srgbClr val="3494B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B5483D0D-E6CA-21AC-9340-222E7DFCB09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8207" t="-37868" r="-20079" b="-38015"/>
          <a:stretch/>
        </p:blipFill>
        <p:spPr>
          <a:xfrm>
            <a:off x="-1326262" y="-971782"/>
            <a:ext cx="5966304" cy="6130872"/>
          </a:xfr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254BCFF-2F58-71A4-9DB3-30CB799CAFDF}"/>
              </a:ext>
            </a:extLst>
          </p:cNvPr>
          <p:cNvSpPr txBox="1"/>
          <p:nvPr/>
        </p:nvSpPr>
        <p:spPr>
          <a:xfrm>
            <a:off x="9585489" y="3485219"/>
            <a:ext cx="11701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4000" dirty="0">
                <a:solidFill>
                  <a:schemeClr val="bg1"/>
                </a:solidFill>
                <a:cs typeface="2  Yekan" panose="00000400000000000000" pitchFamily="2" charset="-78"/>
              </a:rPr>
              <a:t>4</a:t>
            </a:r>
            <a:endParaRPr lang="en-US" sz="40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1536190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855BCF-CC76-4204-8936-2710FFD3FBAF}"/>
              </a:ext>
            </a:extLst>
          </p:cNvPr>
          <p:cNvSpPr/>
          <p:nvPr/>
        </p:nvSpPr>
        <p:spPr>
          <a:xfrm>
            <a:off x="10949651" y="0"/>
            <a:ext cx="12423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Oval 5">
            <a:hlinkClick r:id="" action="ppaction://noaction"/>
            <a:extLst>
              <a:ext uri="{FF2B5EF4-FFF2-40B4-BE49-F238E27FC236}">
                <a16:creationId xmlns:a16="http://schemas.microsoft.com/office/drawing/2014/main" id="{6A25E40A-595C-40B1-82E3-0B85ED25FD8C}"/>
              </a:ext>
            </a:extLst>
          </p:cNvPr>
          <p:cNvSpPr/>
          <p:nvPr/>
        </p:nvSpPr>
        <p:spPr>
          <a:xfrm>
            <a:off x="10377815" y="4207394"/>
            <a:ext cx="1074211" cy="1164619"/>
          </a:xfrm>
          <a:custGeom>
            <a:avLst/>
            <a:gdLst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450000 h 900000"/>
              <a:gd name="connsiteX1" fmla="*/ 450000 w 900000"/>
              <a:gd name="connsiteY1" fmla="*/ 0 h 900000"/>
              <a:gd name="connsiteX2" fmla="*/ 900000 w 900000"/>
              <a:gd name="connsiteY2" fmla="*/ 450000 h 900000"/>
              <a:gd name="connsiteX3" fmla="*/ 450000 w 900000"/>
              <a:gd name="connsiteY3" fmla="*/ 900000 h 900000"/>
              <a:gd name="connsiteX4" fmla="*/ 0 w 900000"/>
              <a:gd name="connsiteY4" fmla="*/ 450000 h 900000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970413"/>
              <a:gd name="connsiteX1" fmla="*/ 450000 w 900000"/>
              <a:gd name="connsiteY1" fmla="*/ 70413 h 970413"/>
              <a:gd name="connsiteX2" fmla="*/ 900000 w 900000"/>
              <a:gd name="connsiteY2" fmla="*/ 520413 h 970413"/>
              <a:gd name="connsiteX3" fmla="*/ 450000 w 900000"/>
              <a:gd name="connsiteY3" fmla="*/ 970413 h 970413"/>
              <a:gd name="connsiteX4" fmla="*/ 0 w 900000"/>
              <a:gd name="connsiteY4" fmla="*/ 520413 h 970413"/>
              <a:gd name="connsiteX0" fmla="*/ 0 w 900000"/>
              <a:gd name="connsiteY0" fmla="*/ 520413 h 1066534"/>
              <a:gd name="connsiteX1" fmla="*/ 450000 w 900000"/>
              <a:gd name="connsiteY1" fmla="*/ 70413 h 1066534"/>
              <a:gd name="connsiteX2" fmla="*/ 900000 w 900000"/>
              <a:gd name="connsiteY2" fmla="*/ 520413 h 1066534"/>
              <a:gd name="connsiteX3" fmla="*/ 450000 w 900000"/>
              <a:gd name="connsiteY3" fmla="*/ 970413 h 1066534"/>
              <a:gd name="connsiteX4" fmla="*/ 0 w 900000"/>
              <a:gd name="connsiteY4" fmla="*/ 520413 h 1066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000" h="1066534">
                <a:moveTo>
                  <a:pt x="0" y="520413"/>
                </a:moveTo>
                <a:cubicBezTo>
                  <a:pt x="0" y="370413"/>
                  <a:pt x="513988" y="313481"/>
                  <a:pt x="450000" y="70413"/>
                </a:cubicBezTo>
                <a:cubicBezTo>
                  <a:pt x="386012" y="-172655"/>
                  <a:pt x="900000" y="271885"/>
                  <a:pt x="900000" y="520413"/>
                </a:cubicBezTo>
                <a:cubicBezTo>
                  <a:pt x="900000" y="768941"/>
                  <a:pt x="559631" y="635795"/>
                  <a:pt x="450000" y="970413"/>
                </a:cubicBezTo>
                <a:cubicBezTo>
                  <a:pt x="340369" y="1305031"/>
                  <a:pt x="0" y="670413"/>
                  <a:pt x="0" y="520413"/>
                </a:cubicBezTo>
                <a:close/>
              </a:path>
            </a:pathLst>
          </a:custGeom>
          <a:ln w="825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hlinkClick r:id="" action="ppaction://noaction"/>
            <a:extLst>
              <a:ext uri="{FF2B5EF4-FFF2-40B4-BE49-F238E27FC236}">
                <a16:creationId xmlns:a16="http://schemas.microsoft.com/office/drawing/2014/main" id="{C42F4AEA-9FF9-4BCF-8A5A-58C505BA4A1E}"/>
              </a:ext>
            </a:extLst>
          </p:cNvPr>
          <p:cNvSpPr/>
          <p:nvPr/>
        </p:nvSpPr>
        <p:spPr>
          <a:xfrm>
            <a:off x="11222860" y="5831842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>
            <a:hlinkClick r:id="rId2" action="ppaction://hlinksldjump"/>
            <a:extLst>
              <a:ext uri="{FF2B5EF4-FFF2-40B4-BE49-F238E27FC236}">
                <a16:creationId xmlns:a16="http://schemas.microsoft.com/office/drawing/2014/main" id="{858FDA9C-58BC-4E99-85D7-F9BCFC6D274B}"/>
              </a:ext>
            </a:extLst>
          </p:cNvPr>
          <p:cNvSpPr/>
          <p:nvPr/>
        </p:nvSpPr>
        <p:spPr>
          <a:xfrm>
            <a:off x="11222860" y="442177"/>
            <a:ext cx="809818" cy="737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>
            <a:hlinkClick r:id="rId2" action="ppaction://hlinksldjump"/>
            <a:extLst>
              <a:ext uri="{FF2B5EF4-FFF2-40B4-BE49-F238E27FC236}">
                <a16:creationId xmlns:a16="http://schemas.microsoft.com/office/drawing/2014/main" id="{A4DB350B-1406-454F-ADBE-FA2D83F9F04C}"/>
              </a:ext>
            </a:extLst>
          </p:cNvPr>
          <p:cNvSpPr/>
          <p:nvPr/>
        </p:nvSpPr>
        <p:spPr>
          <a:xfrm>
            <a:off x="11244080" y="451822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>
            <a:hlinkClick r:id="rId3" action="ppaction://hlinksldjump"/>
            <a:extLst>
              <a:ext uri="{FF2B5EF4-FFF2-40B4-BE49-F238E27FC236}">
                <a16:creationId xmlns:a16="http://schemas.microsoft.com/office/drawing/2014/main" id="{83EBE551-A077-4E43-8DD9-F635C1D335E1}"/>
              </a:ext>
            </a:extLst>
          </p:cNvPr>
          <p:cNvSpPr/>
          <p:nvPr/>
        </p:nvSpPr>
        <p:spPr>
          <a:xfrm>
            <a:off x="11220931" y="1746859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Rectangle 44">
            <a:hlinkClick r:id="" action="ppaction://noaction"/>
            <a:extLst>
              <a:ext uri="{FF2B5EF4-FFF2-40B4-BE49-F238E27FC236}">
                <a16:creationId xmlns:a16="http://schemas.microsoft.com/office/drawing/2014/main" id="{430A5EAF-E1AF-4815-B3DE-D3C94C552BFA}"/>
              </a:ext>
            </a:extLst>
          </p:cNvPr>
          <p:cNvSpPr/>
          <p:nvPr/>
        </p:nvSpPr>
        <p:spPr>
          <a:xfrm>
            <a:off x="11209665" y="3151750"/>
            <a:ext cx="809818" cy="737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Striped Right Arrow 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B0EC7491-5F96-4243-ACAA-C9D2BFAA6ADB}"/>
              </a:ext>
            </a:extLst>
          </p:cNvPr>
          <p:cNvSpPr/>
          <p:nvPr/>
        </p:nvSpPr>
        <p:spPr>
          <a:xfrm rot="16200000">
            <a:off x="80162" y="5783314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sp>
        <p:nvSpPr>
          <p:cNvPr id="59" name="Striped Right Arrow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0876E44-8E66-4C96-A76A-2961E663740E}"/>
              </a:ext>
            </a:extLst>
          </p:cNvPr>
          <p:cNvSpPr/>
          <p:nvPr/>
        </p:nvSpPr>
        <p:spPr>
          <a:xfrm>
            <a:off x="644918" y="6352996"/>
            <a:ext cx="350201" cy="375189"/>
          </a:xfrm>
          <a:prstGeom prst="striped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3465" tIns="91733" rIns="183465" bIns="91733" rtlCol="0" anchor="ctr"/>
          <a:lstStyle/>
          <a:p>
            <a:pPr algn="ctr"/>
            <a:endParaRPr lang="en-US" dirty="0"/>
          </a:p>
        </p:txBody>
      </p:sp>
      <p:sp>
        <p:nvSpPr>
          <p:cNvPr id="60" name="Content Placeholder 14">
            <a:extLst>
              <a:ext uri="{FF2B5EF4-FFF2-40B4-BE49-F238E27FC236}">
                <a16:creationId xmlns:a16="http://schemas.microsoft.com/office/drawing/2014/main" id="{B5C4A95F-0AF4-4569-9768-19BBFD104E58}"/>
              </a:ext>
            </a:extLst>
          </p:cNvPr>
          <p:cNvSpPr txBox="1">
            <a:spLocks/>
          </p:cNvSpPr>
          <p:nvPr/>
        </p:nvSpPr>
        <p:spPr>
          <a:xfrm>
            <a:off x="11480952" y="3686420"/>
            <a:ext cx="507444" cy="2220549"/>
          </a:xfrm>
          <a:prstGeom prst="rect">
            <a:avLst/>
          </a:prstGeom>
          <a:noFill/>
          <a:effectLst>
            <a:outerShdw blurRad="50800" dist="12700" dir="5400000" algn="ctr" rotWithShape="0">
              <a:schemeClr val="accent4">
                <a:lumMod val="20000"/>
                <a:lumOff val="80000"/>
                <a:alpha val="99000"/>
              </a:schemeClr>
            </a:outerShdw>
          </a:effectLst>
        </p:spPr>
        <p:txBody>
          <a:bodyPr vert="vert270" wrap="square" lIns="114108" tIns="57054" rIns="114108" bIns="57054" rtlCol="0">
            <a:spAutoFit/>
          </a:bodyPr>
          <a:lstStyle>
            <a:defPPr>
              <a:defRPr lang="en-US"/>
            </a:defPPr>
            <a:lvl1pPr algn="ctr" rtl="1">
              <a:defRPr sz="2000" b="1">
                <a:ln w="0"/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cs typeface="B Mitra" panose="00000400000000000000" pitchFamily="2" charset="-78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6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4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2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200" kern="1200">
                <a:solidFill>
                  <a:srgbClr val="4472C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a-IR" sz="1800" dirty="0"/>
              <a:t>پایان</a:t>
            </a:r>
            <a:endParaRPr lang="ar-OM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973D3F-15A7-6CCA-9340-BECB3888B49C}"/>
              </a:ext>
            </a:extLst>
          </p:cNvPr>
          <p:cNvSpPr txBox="1"/>
          <p:nvPr/>
        </p:nvSpPr>
        <p:spPr>
          <a:xfrm>
            <a:off x="11189247" y="515268"/>
            <a:ext cx="809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01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D30D71-B12E-AA29-2788-2AF52664106B}"/>
              </a:ext>
            </a:extLst>
          </p:cNvPr>
          <p:cNvSpPr txBox="1"/>
          <p:nvPr/>
        </p:nvSpPr>
        <p:spPr>
          <a:xfrm>
            <a:off x="11150201" y="1677709"/>
            <a:ext cx="852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02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9B2087-958D-383A-707D-DF5CDC94370A}"/>
              </a:ext>
            </a:extLst>
          </p:cNvPr>
          <p:cNvSpPr txBox="1"/>
          <p:nvPr/>
        </p:nvSpPr>
        <p:spPr>
          <a:xfrm>
            <a:off x="11150201" y="2880845"/>
            <a:ext cx="860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03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8742F6-0B2F-3249-0F85-10424CC1B067}"/>
              </a:ext>
            </a:extLst>
          </p:cNvPr>
          <p:cNvSpPr txBox="1"/>
          <p:nvPr/>
        </p:nvSpPr>
        <p:spPr>
          <a:xfrm>
            <a:off x="10638862" y="4473528"/>
            <a:ext cx="6033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600" dirty="0">
                <a:solidFill>
                  <a:schemeClr val="bg1"/>
                </a:solidFill>
                <a:cs typeface="2  Yekan" panose="00000400000000000000" pitchFamily="2" charset="-78"/>
              </a:rPr>
              <a:t> 4</a:t>
            </a:r>
            <a:endParaRPr lang="en-US" sz="3600" dirty="0">
              <a:solidFill>
                <a:schemeClr val="bg1"/>
              </a:solidFill>
              <a:cs typeface="2  Yekan" panose="00000400000000000000" pitchFamily="2" charset="-78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799B5E-43EC-04B5-4EBE-BFFF62F4BE00}"/>
              </a:ext>
            </a:extLst>
          </p:cNvPr>
          <p:cNvSpPr txBox="1"/>
          <p:nvPr/>
        </p:nvSpPr>
        <p:spPr>
          <a:xfrm>
            <a:off x="3381828" y="2688578"/>
            <a:ext cx="62556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24497D"/>
                </a:solidFill>
                <a:cs typeface="+mj-cs"/>
              </a:rPr>
              <a:t>THANK YOU </a:t>
            </a:r>
          </a:p>
          <a:p>
            <a:r>
              <a:rPr lang="en-US" sz="3600" b="1" dirty="0">
                <a:solidFill>
                  <a:srgbClr val="24497D"/>
                </a:solidFill>
                <a:cs typeface="+mj-cs"/>
              </a:rPr>
              <a:t>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41384194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Times New Roman"/>
        <a:ea typeface=""/>
        <a:cs typeface="B Titr"/>
      </a:majorFont>
      <a:minorFont>
        <a:latin typeface="Times New Roman"/>
        <a:ea typeface=""/>
        <a:cs typeface="B Mitr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B5E9F6"/>
        </a:solidFill>
        <a:ln>
          <a:noFill/>
        </a:ln>
        <a:effectLst>
          <a:outerShdw blurRad="50800" dist="38100" algn="l" rotWithShape="0">
            <a:prstClr val="black">
              <a:alpha val="40000"/>
            </a:prstClr>
          </a:outerShdw>
        </a:effectLst>
      </a:spPr>
      <a:bodyPr rtlCol="0" anchor="ctr"/>
      <a:lstStyle>
        <a:defPPr algn="ctr">
          <a:defRPr dirty="0">
            <a:latin typeface="Open Sans" panose="020B0606030504020204" pitchFamily="34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1762</TotalTime>
  <Words>2578</Words>
  <Application>Microsoft Office PowerPoint</Application>
  <PresentationFormat>Widescreen</PresentationFormat>
  <Paragraphs>423</Paragraphs>
  <Slides>47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7" baseType="lpstr">
      <vt:lpstr>Arial</vt:lpstr>
      <vt:lpstr>Calibri</vt:lpstr>
      <vt:lpstr>Courier New</vt:lpstr>
      <vt:lpstr>Nazanin</vt:lpstr>
      <vt:lpstr>Open Sans</vt:lpstr>
      <vt:lpstr>Tahoma</vt:lpstr>
      <vt:lpstr>Times New Roman</vt:lpstr>
      <vt:lpstr>Wingdings</vt:lpstr>
      <vt:lpstr>Wingdings 3</vt:lpstr>
      <vt:lpstr>Office Theme</vt:lpstr>
      <vt:lpstr>PowerPoint Presentation</vt:lpstr>
      <vt:lpstr>PowerPoint Presentation</vt:lpstr>
      <vt:lpstr>PowerPoint Presentation</vt:lpstr>
      <vt:lpstr>مقدمه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</vt:lpstr>
      <vt:lpstr> </vt:lpstr>
      <vt:lpstr>PowerPoint Presentation</vt:lpstr>
      <vt:lpstr>استفاده از رویدادها برای Notification </vt:lpstr>
      <vt:lpstr>استفاده از رویدادها برای Notification </vt:lpstr>
      <vt:lpstr>استفاده از رویدادها برای Notification </vt:lpstr>
      <vt:lpstr>استفاده از رویدادها برای Notification </vt:lpstr>
      <vt:lpstr>استفاده از رویدادها برای Notification </vt:lpstr>
      <vt:lpstr>PowerPoint Presentation</vt:lpstr>
      <vt:lpstr>استفاده از رویدادها برای State transfer</vt:lpstr>
      <vt:lpstr>مزایای Event-carried state transfer و رویکرد Request-Response </vt:lpstr>
      <vt:lpstr>PowerPoint Presentation</vt:lpstr>
      <vt:lpstr>الگو ی همکاری </vt:lpstr>
      <vt:lpstr>PowerPoint Presentation</vt:lpstr>
      <vt:lpstr>PowerPoint Presentation</vt:lpstr>
      <vt:lpstr>PowerPoint Presentation</vt:lpstr>
      <vt:lpstr> </vt:lpstr>
      <vt:lpstr> </vt:lpstr>
      <vt:lpstr>PowerPoint Presentation</vt:lpstr>
      <vt:lpstr>PowerPoint Presentation</vt:lpstr>
      <vt:lpstr>PowerPoint Presentation</vt:lpstr>
      <vt:lpstr>PowerPoint Presentation</vt:lpstr>
      <vt:lpstr>مقدمه </vt:lpstr>
      <vt:lpstr>مزایای سبک های Dataflow و Functional</vt:lpstr>
      <vt:lpstr>PowerPoint Presentation</vt:lpstr>
      <vt:lpstr>PowerPoint Presentation</vt:lpstr>
      <vt:lpstr>PowerPoint Presentation</vt:lpstr>
      <vt:lpstr> 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pardweb p</dc:creator>
  <cp:lastModifiedBy>Mohammad Hassan Amini</cp:lastModifiedBy>
  <cp:revision>75</cp:revision>
  <dcterms:created xsi:type="dcterms:W3CDTF">2023-09-05T17:04:40Z</dcterms:created>
  <dcterms:modified xsi:type="dcterms:W3CDTF">2023-12-24T10:57:35Z</dcterms:modified>
</cp:coreProperties>
</file>